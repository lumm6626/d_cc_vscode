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4"/>
    <p:sldMasterId id="2147483693" r:id="rId5"/>
  </p:sldMasterIdLst>
  <p:notesMasterIdLst>
    <p:notesMasterId r:id="rId15"/>
  </p:notesMasterIdLst>
  <p:sldIdLst>
    <p:sldId id="11771" r:id="rId6"/>
    <p:sldId id="11873" r:id="rId7"/>
    <p:sldId id="11872" r:id="rId8"/>
    <p:sldId id="11866" r:id="rId9"/>
    <p:sldId id="11868" r:id="rId10"/>
    <p:sldId id="11869" r:id="rId11"/>
    <p:sldId id="11870" r:id="rId12"/>
    <p:sldId id="11871" r:id="rId13"/>
    <p:sldId id="118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userDrawn="1">
          <p15:clr>
            <a:srgbClr val="A4A3A4"/>
          </p15:clr>
        </p15:guide>
        <p15:guide id="2" pos="37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F7B710-E7A2-B5F7-6CCB-EC490C0936D9}" name="Gaurav Mehta" initials="GM" userId="S::gmehta@sol-m.com::461e9c0b-5aee-4964-b0ce-628526a8457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226"/>
    <a:srgbClr val="A7D4B9"/>
    <a:srgbClr val="E1F0EC"/>
    <a:srgbClr val="EC6726"/>
    <a:srgbClr val="E8EDF1"/>
    <a:srgbClr val="EBFBF6"/>
    <a:srgbClr val="F08510"/>
    <a:srgbClr val="3D64AC"/>
    <a:srgbClr val="FF9966"/>
    <a:srgbClr val="9909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613ED2-8088-42E7-92A3-C8A40A18BD2A}" v="122" dt="2025-01-08T12:57:40.178"/>
    <p1510:client id="{6071C1C9-C875-4EB3-9121-1AE5CDD6B72D}" v="2888" dt="2025-01-08T03:22:06.521"/>
    <p1510:client id="{8D723567-B242-4F36-BB79-DFFF182958BB}" v="4" dt="2025-01-08T06:03:15.3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44" y="52"/>
      </p:cViewPr>
      <p:guideLst>
        <p:guide orient="horz" pos="4176"/>
        <p:guide pos="37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iel Wang" userId="ca19a604-9eed-4b52-bc6f-4fc69438cea1" providerId="ADAL" clId="{8D723567-B242-4F36-BB79-DFFF182958BB}"/>
    <pc:docChg chg="undo custSel modSld">
      <pc:chgData name="Ciel Wang" userId="ca19a604-9eed-4b52-bc6f-4fc69438cea1" providerId="ADAL" clId="{8D723567-B242-4F36-BB79-DFFF182958BB}" dt="2025-01-08T06:03:15.330" v="3" actId="1076"/>
      <pc:docMkLst>
        <pc:docMk/>
      </pc:docMkLst>
      <pc:sldChg chg="modSp mod">
        <pc:chgData name="Ciel Wang" userId="ca19a604-9eed-4b52-bc6f-4fc69438cea1" providerId="ADAL" clId="{8D723567-B242-4F36-BB79-DFFF182958BB}" dt="2025-01-08T06:03:15.330" v="3" actId="1076"/>
        <pc:sldMkLst>
          <pc:docMk/>
          <pc:sldMk cId="2938828281" sldId="11873"/>
        </pc:sldMkLst>
        <pc:spChg chg="mod">
          <ac:chgData name="Ciel Wang" userId="ca19a604-9eed-4b52-bc6f-4fc69438cea1" providerId="ADAL" clId="{8D723567-B242-4F36-BB79-DFFF182958BB}" dt="2025-01-08T06:03:15.330" v="3" actId="1076"/>
          <ac:spMkLst>
            <pc:docMk/>
            <pc:sldMk cId="2938828281" sldId="11873"/>
            <ac:spMk id="20" creationId="{0B0B02D0-0AE4-5FCA-1F69-44DEA672D07E}"/>
          </ac:spMkLst>
        </pc:spChg>
        <pc:spChg chg="mod">
          <ac:chgData name="Ciel Wang" userId="ca19a604-9eed-4b52-bc6f-4fc69438cea1" providerId="ADAL" clId="{8D723567-B242-4F36-BB79-DFFF182958BB}" dt="2025-01-08T06:02:54.523" v="2" actId="1076"/>
          <ac:spMkLst>
            <pc:docMk/>
            <pc:sldMk cId="2938828281" sldId="11873"/>
            <ac:spMk id="28" creationId="{7CE6E14C-7E83-90CE-4F23-74DE713A36AB}"/>
          </ac:spMkLst>
        </pc:spChg>
      </pc:sldChg>
    </pc:docChg>
  </pc:docChgLst>
  <pc:docChgLst>
    <pc:chgData name="Gaurav Mehta" userId="461e9c0b-5aee-4964-b0ce-628526a8457e" providerId="ADAL" clId="{6071C1C9-C875-4EB3-9121-1AE5CDD6B72D}"/>
    <pc:docChg chg="undo custSel addSld delSld modSld sldOrd">
      <pc:chgData name="Gaurav Mehta" userId="461e9c0b-5aee-4964-b0ce-628526a8457e" providerId="ADAL" clId="{6071C1C9-C875-4EB3-9121-1AE5CDD6B72D}" dt="2025-01-08T04:03:59.805" v="3256" actId="1037"/>
      <pc:docMkLst>
        <pc:docMk/>
      </pc:docMkLst>
      <pc:sldChg chg="addSp delSp modSp mod ord modNotesTx">
        <pc:chgData name="Gaurav Mehta" userId="461e9c0b-5aee-4964-b0ce-628526a8457e" providerId="ADAL" clId="{6071C1C9-C875-4EB3-9121-1AE5CDD6B72D}" dt="2025-01-08T01:06:11.062" v="3172"/>
        <pc:sldMkLst>
          <pc:docMk/>
          <pc:sldMk cId="3859762924" sldId="11865"/>
        </pc:sldMkLst>
        <pc:spChg chg="add del mod">
          <ac:chgData name="Gaurav Mehta" userId="461e9c0b-5aee-4964-b0ce-628526a8457e" providerId="ADAL" clId="{6071C1C9-C875-4EB3-9121-1AE5CDD6B72D}" dt="2025-01-08T01:04:50.563" v="3105" actId="478"/>
          <ac:spMkLst>
            <pc:docMk/>
            <pc:sldMk cId="3859762924" sldId="11865"/>
            <ac:spMk id="5" creationId="{7DFB7550-9F8B-3292-EB26-E91CA1E8BF4C}"/>
          </ac:spMkLst>
        </pc:spChg>
        <pc:spChg chg="add mod">
          <ac:chgData name="Gaurav Mehta" userId="461e9c0b-5aee-4964-b0ce-628526a8457e" providerId="ADAL" clId="{6071C1C9-C875-4EB3-9121-1AE5CDD6B72D}" dt="2025-01-08T00:55:48.418" v="2913"/>
          <ac:spMkLst>
            <pc:docMk/>
            <pc:sldMk cId="3859762924" sldId="11865"/>
            <ac:spMk id="10" creationId="{51CFADAE-38D2-144B-D9F8-CC81D332F364}"/>
          </ac:spMkLst>
        </pc:spChg>
        <pc:graphicFrameChg chg="mod">
          <ac:chgData name="Gaurav Mehta" userId="461e9c0b-5aee-4964-b0ce-628526a8457e" providerId="ADAL" clId="{6071C1C9-C875-4EB3-9121-1AE5CDD6B72D}" dt="2025-01-08T00:52:53.978" v="2906" actId="20577"/>
          <ac:graphicFrameMkLst>
            <pc:docMk/>
            <pc:sldMk cId="3859762924" sldId="11865"/>
            <ac:graphicFrameMk id="6" creationId="{3D7F2CBA-0183-AB31-6D7D-5304B22125B6}"/>
          </ac:graphicFrameMkLst>
        </pc:graphicFrameChg>
      </pc:sldChg>
      <pc:sldChg chg="modSp mod ord">
        <pc:chgData name="Gaurav Mehta" userId="461e9c0b-5aee-4964-b0ce-628526a8457e" providerId="ADAL" clId="{6071C1C9-C875-4EB3-9121-1AE5CDD6B72D}" dt="2025-01-08T04:03:59.805" v="3256" actId="1037"/>
        <pc:sldMkLst>
          <pc:docMk/>
          <pc:sldMk cId="1929670597" sldId="11866"/>
        </pc:sldMkLst>
        <pc:spChg chg="mod">
          <ac:chgData name="Gaurav Mehta" userId="461e9c0b-5aee-4964-b0ce-628526a8457e" providerId="ADAL" clId="{6071C1C9-C875-4EB3-9121-1AE5CDD6B72D}" dt="2025-01-06T20:55:58.759" v="39" actId="20577"/>
          <ac:spMkLst>
            <pc:docMk/>
            <pc:sldMk cId="1929670597" sldId="11866"/>
            <ac:spMk id="24" creationId="{21E19A55-60FE-64D1-7D99-FC5B5CDDEC3D}"/>
          </ac:spMkLst>
        </pc:spChg>
        <pc:graphicFrameChg chg="mod modGraphic">
          <ac:chgData name="Gaurav Mehta" userId="461e9c0b-5aee-4964-b0ce-628526a8457e" providerId="ADAL" clId="{6071C1C9-C875-4EB3-9121-1AE5CDD6B72D}" dt="2025-01-08T04:03:26.135" v="3245" actId="14100"/>
          <ac:graphicFrameMkLst>
            <pc:docMk/>
            <pc:sldMk cId="1929670597" sldId="11866"/>
            <ac:graphicFrameMk id="6" creationId="{ECA316C3-C1D9-0CB1-C389-CBFBF3C09412}"/>
          </ac:graphicFrameMkLst>
        </pc:graphicFrameChg>
        <pc:graphicFrameChg chg="mod modGraphic">
          <ac:chgData name="Gaurav Mehta" userId="461e9c0b-5aee-4964-b0ce-628526a8457e" providerId="ADAL" clId="{6071C1C9-C875-4EB3-9121-1AE5CDD6B72D}" dt="2025-01-08T04:03:59.805" v="3256" actId="1037"/>
          <ac:graphicFrameMkLst>
            <pc:docMk/>
            <pc:sldMk cId="1929670597" sldId="11866"/>
            <ac:graphicFrameMk id="18" creationId="{857CCC11-3687-6B5E-C4CF-0F53250E9B1F}"/>
          </ac:graphicFrameMkLst>
        </pc:graphicFrameChg>
      </pc:sldChg>
      <pc:sldChg chg="addSp delSp modSp add mod ord">
        <pc:chgData name="Gaurav Mehta" userId="461e9c0b-5aee-4964-b0ce-628526a8457e" providerId="ADAL" clId="{6071C1C9-C875-4EB3-9121-1AE5CDD6B72D}" dt="2025-01-08T00:36:57.787" v="2887" actId="478"/>
        <pc:sldMkLst>
          <pc:docMk/>
          <pc:sldMk cId="39167344" sldId="11872"/>
        </pc:sldMkLst>
        <pc:spChg chg="add del mod">
          <ac:chgData name="Gaurav Mehta" userId="461e9c0b-5aee-4964-b0ce-628526a8457e" providerId="ADAL" clId="{6071C1C9-C875-4EB3-9121-1AE5CDD6B72D}" dt="2025-01-08T00:36:57.787" v="2887" actId="478"/>
          <ac:spMkLst>
            <pc:docMk/>
            <pc:sldMk cId="39167344" sldId="11872"/>
            <ac:spMk id="7" creationId="{E232D3B3-508D-0BE0-E072-16FEE1921C0E}"/>
          </ac:spMkLst>
        </pc:spChg>
        <pc:spChg chg="add mod">
          <ac:chgData name="Gaurav Mehta" userId="461e9c0b-5aee-4964-b0ce-628526a8457e" providerId="ADAL" clId="{6071C1C9-C875-4EB3-9121-1AE5CDD6B72D}" dt="2025-01-07T20:36:08.430" v="2712" actId="1036"/>
          <ac:spMkLst>
            <pc:docMk/>
            <pc:sldMk cId="39167344" sldId="11872"/>
            <ac:spMk id="8" creationId="{290959FD-E49E-701F-5300-3DA071B765A8}"/>
          </ac:spMkLst>
        </pc:spChg>
        <pc:spChg chg="add mod">
          <ac:chgData name="Gaurav Mehta" userId="461e9c0b-5aee-4964-b0ce-628526a8457e" providerId="ADAL" clId="{6071C1C9-C875-4EB3-9121-1AE5CDD6B72D}" dt="2025-01-06T21:00:29.346" v="143"/>
          <ac:spMkLst>
            <pc:docMk/>
            <pc:sldMk cId="39167344" sldId="11872"/>
            <ac:spMk id="13" creationId="{6ACC55A3-5656-5B9B-CD2C-2873300424CD}"/>
          </ac:spMkLst>
        </pc:spChg>
        <pc:spChg chg="add mod">
          <ac:chgData name="Gaurav Mehta" userId="461e9c0b-5aee-4964-b0ce-628526a8457e" providerId="ADAL" clId="{6071C1C9-C875-4EB3-9121-1AE5CDD6B72D}" dt="2025-01-06T21:00:29.346" v="143"/>
          <ac:spMkLst>
            <pc:docMk/>
            <pc:sldMk cId="39167344" sldId="11872"/>
            <ac:spMk id="14" creationId="{D0C260E0-3CC2-0CBF-EC43-882EC1BA5700}"/>
          </ac:spMkLst>
        </pc:spChg>
        <pc:spChg chg="add mod">
          <ac:chgData name="Gaurav Mehta" userId="461e9c0b-5aee-4964-b0ce-628526a8457e" providerId="ADAL" clId="{6071C1C9-C875-4EB3-9121-1AE5CDD6B72D}" dt="2025-01-06T21:00:29.346" v="143"/>
          <ac:spMkLst>
            <pc:docMk/>
            <pc:sldMk cId="39167344" sldId="11872"/>
            <ac:spMk id="15" creationId="{4694F540-9D74-2A72-A9FF-733D7FCE0C19}"/>
          </ac:spMkLst>
        </pc:spChg>
        <pc:spChg chg="add mod">
          <ac:chgData name="Gaurav Mehta" userId="461e9c0b-5aee-4964-b0ce-628526a8457e" providerId="ADAL" clId="{6071C1C9-C875-4EB3-9121-1AE5CDD6B72D}" dt="2025-01-06T21:00:29.346" v="143"/>
          <ac:spMkLst>
            <pc:docMk/>
            <pc:sldMk cId="39167344" sldId="11872"/>
            <ac:spMk id="16" creationId="{D0885A24-9145-844D-2DE7-9947CA00C39D}"/>
          </ac:spMkLst>
        </pc:spChg>
        <pc:spChg chg="add mod">
          <ac:chgData name="Gaurav Mehta" userId="461e9c0b-5aee-4964-b0ce-628526a8457e" providerId="ADAL" clId="{6071C1C9-C875-4EB3-9121-1AE5CDD6B72D}" dt="2025-01-06T21:00:29.346" v="143"/>
          <ac:spMkLst>
            <pc:docMk/>
            <pc:sldMk cId="39167344" sldId="11872"/>
            <ac:spMk id="17" creationId="{61970465-6FF3-1D5C-BE8B-A9D517DAAE4E}"/>
          </ac:spMkLst>
        </pc:spChg>
        <pc:spChg chg="add mod">
          <ac:chgData name="Gaurav Mehta" userId="461e9c0b-5aee-4964-b0ce-628526a8457e" providerId="ADAL" clId="{6071C1C9-C875-4EB3-9121-1AE5CDD6B72D}" dt="2025-01-07T20:36:34.199" v="2826" actId="1036"/>
          <ac:spMkLst>
            <pc:docMk/>
            <pc:sldMk cId="39167344" sldId="11872"/>
            <ac:spMk id="18" creationId="{DE5EB06F-2EE9-5B35-689C-628C1EB2B9A9}"/>
          </ac:spMkLst>
        </pc:spChg>
        <pc:spChg chg="add mod">
          <ac:chgData name="Gaurav Mehta" userId="461e9c0b-5aee-4964-b0ce-628526a8457e" providerId="ADAL" clId="{6071C1C9-C875-4EB3-9121-1AE5CDD6B72D}" dt="2025-01-06T21:00:29.346" v="143"/>
          <ac:spMkLst>
            <pc:docMk/>
            <pc:sldMk cId="39167344" sldId="11872"/>
            <ac:spMk id="19" creationId="{90C1FF14-A079-B4C1-7FA0-B84113FDC64C}"/>
          </ac:spMkLst>
        </pc:spChg>
        <pc:spChg chg="add mod">
          <ac:chgData name="Gaurav Mehta" userId="461e9c0b-5aee-4964-b0ce-628526a8457e" providerId="ADAL" clId="{6071C1C9-C875-4EB3-9121-1AE5CDD6B72D}" dt="2025-01-06T21:00:29.346" v="143"/>
          <ac:spMkLst>
            <pc:docMk/>
            <pc:sldMk cId="39167344" sldId="11872"/>
            <ac:spMk id="20" creationId="{0EEB5123-4629-06C1-C4A5-B085D7EBE1C6}"/>
          </ac:spMkLst>
        </pc:spChg>
        <pc:spChg chg="add mod">
          <ac:chgData name="Gaurav Mehta" userId="461e9c0b-5aee-4964-b0ce-628526a8457e" providerId="ADAL" clId="{6071C1C9-C875-4EB3-9121-1AE5CDD6B72D}" dt="2025-01-06T21:00:29.346" v="143"/>
          <ac:spMkLst>
            <pc:docMk/>
            <pc:sldMk cId="39167344" sldId="11872"/>
            <ac:spMk id="21" creationId="{92B129A3-4B18-3C75-15DD-D80B57B43279}"/>
          </ac:spMkLst>
        </pc:spChg>
        <pc:spChg chg="add mod">
          <ac:chgData name="Gaurav Mehta" userId="461e9c0b-5aee-4964-b0ce-628526a8457e" providerId="ADAL" clId="{6071C1C9-C875-4EB3-9121-1AE5CDD6B72D}" dt="2025-01-07T20:36:38.941" v="2827" actId="1036"/>
          <ac:spMkLst>
            <pc:docMk/>
            <pc:sldMk cId="39167344" sldId="11872"/>
            <ac:spMk id="23" creationId="{228EE550-4AE7-0BBC-9618-4850BB137A05}"/>
          </ac:spMkLst>
        </pc:spChg>
        <pc:spChg chg="mod">
          <ac:chgData name="Gaurav Mehta" userId="461e9c0b-5aee-4964-b0ce-628526a8457e" providerId="ADAL" clId="{6071C1C9-C875-4EB3-9121-1AE5CDD6B72D}" dt="2025-01-06T21:30:34.155" v="825" actId="404"/>
          <ac:spMkLst>
            <pc:docMk/>
            <pc:sldMk cId="39167344" sldId="11872"/>
            <ac:spMk id="24" creationId="{419750EA-6F0C-D88C-554E-FAB2FAFBA113}"/>
          </ac:spMkLst>
        </pc:spChg>
        <pc:spChg chg="add mod">
          <ac:chgData name="Gaurav Mehta" userId="461e9c0b-5aee-4964-b0ce-628526a8457e" providerId="ADAL" clId="{6071C1C9-C875-4EB3-9121-1AE5CDD6B72D}" dt="2025-01-07T20:36:49.697" v="2831" actId="20577"/>
          <ac:spMkLst>
            <pc:docMk/>
            <pc:sldMk cId="39167344" sldId="11872"/>
            <ac:spMk id="25" creationId="{9B810979-09CA-A4CB-65EB-FE19B580F01D}"/>
          </ac:spMkLst>
        </pc:spChg>
        <pc:spChg chg="add mod">
          <ac:chgData name="Gaurav Mehta" userId="461e9c0b-5aee-4964-b0ce-628526a8457e" providerId="ADAL" clId="{6071C1C9-C875-4EB3-9121-1AE5CDD6B72D}" dt="2025-01-08T00:36:52.462" v="2886" actId="33524"/>
          <ac:spMkLst>
            <pc:docMk/>
            <pc:sldMk cId="39167344" sldId="11872"/>
            <ac:spMk id="29" creationId="{EC61462E-3942-AA3A-9759-2A4BEC1CD37A}"/>
          </ac:spMkLst>
        </pc:spChg>
        <pc:spChg chg="add mod">
          <ac:chgData name="Gaurav Mehta" userId="461e9c0b-5aee-4964-b0ce-628526a8457e" providerId="ADAL" clId="{6071C1C9-C875-4EB3-9121-1AE5CDD6B72D}" dt="2025-01-06T21:49:32.584" v="2634" actId="208"/>
          <ac:spMkLst>
            <pc:docMk/>
            <pc:sldMk cId="39167344" sldId="11872"/>
            <ac:spMk id="30" creationId="{F226CE44-1EA3-E8F3-D910-24FC3A79F3DC}"/>
          </ac:spMkLst>
        </pc:spChg>
        <pc:grpChg chg="add mod">
          <ac:chgData name="Gaurav Mehta" userId="461e9c0b-5aee-4964-b0ce-628526a8457e" providerId="ADAL" clId="{6071C1C9-C875-4EB3-9121-1AE5CDD6B72D}" dt="2025-01-06T21:36:17.321" v="1509" actId="1076"/>
          <ac:grpSpMkLst>
            <pc:docMk/>
            <pc:sldMk cId="39167344" sldId="11872"/>
            <ac:grpSpMk id="9" creationId="{7BC44447-C544-0580-A448-5C9970A5F49E}"/>
          </ac:grpSpMkLst>
        </pc:grpChg>
        <pc:grpChg chg="add mod">
          <ac:chgData name="Gaurav Mehta" userId="461e9c0b-5aee-4964-b0ce-628526a8457e" providerId="ADAL" clId="{6071C1C9-C875-4EB3-9121-1AE5CDD6B72D}" dt="2025-01-06T21:36:17.321" v="1509" actId="1076"/>
          <ac:grpSpMkLst>
            <pc:docMk/>
            <pc:sldMk cId="39167344" sldId="11872"/>
            <ac:grpSpMk id="10" creationId="{FCDE024F-C720-5FF8-0867-25E24E119A22}"/>
          </ac:grpSpMkLst>
        </pc:grpChg>
        <pc:grpChg chg="add mod">
          <ac:chgData name="Gaurav Mehta" userId="461e9c0b-5aee-4964-b0ce-628526a8457e" providerId="ADAL" clId="{6071C1C9-C875-4EB3-9121-1AE5CDD6B72D}" dt="2025-01-06T21:36:17.321" v="1509" actId="1076"/>
          <ac:grpSpMkLst>
            <pc:docMk/>
            <pc:sldMk cId="39167344" sldId="11872"/>
            <ac:grpSpMk id="11" creationId="{83BCDE41-8E16-F28B-DE2E-2CD94231F520}"/>
          </ac:grpSpMkLst>
        </pc:grpChg>
        <pc:grpChg chg="add mod">
          <ac:chgData name="Gaurav Mehta" userId="461e9c0b-5aee-4964-b0ce-628526a8457e" providerId="ADAL" clId="{6071C1C9-C875-4EB3-9121-1AE5CDD6B72D}" dt="2025-01-06T21:36:17.321" v="1509" actId="1076"/>
          <ac:grpSpMkLst>
            <pc:docMk/>
            <pc:sldMk cId="39167344" sldId="11872"/>
            <ac:grpSpMk id="12" creationId="{D051905A-DE2A-2771-99B8-3A5F317C80F2}"/>
          </ac:grpSpMkLst>
        </pc:grpChg>
        <pc:graphicFrameChg chg="add mod modGraphic">
          <ac:chgData name="Gaurav Mehta" userId="461e9c0b-5aee-4964-b0ce-628526a8457e" providerId="ADAL" clId="{6071C1C9-C875-4EB3-9121-1AE5CDD6B72D}" dt="2025-01-08T00:35:48.768" v="2835"/>
          <ac:graphicFrameMkLst>
            <pc:docMk/>
            <pc:sldMk cId="39167344" sldId="11872"/>
            <ac:graphicFrameMk id="22" creationId="{F6F65B55-D75A-4B9A-D733-1F4594A1D394}"/>
          </ac:graphicFrameMkLst>
        </pc:graphicFrameChg>
        <pc:picChg chg="add mod">
          <ac:chgData name="Gaurav Mehta" userId="461e9c0b-5aee-4964-b0ce-628526a8457e" providerId="ADAL" clId="{6071C1C9-C875-4EB3-9121-1AE5CDD6B72D}" dt="2025-01-08T00:36:31.012" v="2885" actId="1038"/>
          <ac:picMkLst>
            <pc:docMk/>
            <pc:sldMk cId="39167344" sldId="11872"/>
            <ac:picMk id="3" creationId="{089E9E43-8746-2046-27AC-9A4F71607138}"/>
          </ac:picMkLst>
        </pc:picChg>
        <pc:picChg chg="add mod">
          <ac:chgData name="Gaurav Mehta" userId="461e9c0b-5aee-4964-b0ce-628526a8457e" providerId="ADAL" clId="{6071C1C9-C875-4EB3-9121-1AE5CDD6B72D}" dt="2025-01-08T00:36:23.922" v="2879" actId="1038"/>
          <ac:picMkLst>
            <pc:docMk/>
            <pc:sldMk cId="39167344" sldId="11872"/>
            <ac:picMk id="4" creationId="{69C9A38F-E51A-3A90-4A77-242BB24A2A67}"/>
          </ac:picMkLst>
        </pc:picChg>
        <pc:picChg chg="add mod">
          <ac:chgData name="Gaurav Mehta" userId="461e9c0b-5aee-4964-b0ce-628526a8457e" providerId="ADAL" clId="{6071C1C9-C875-4EB3-9121-1AE5CDD6B72D}" dt="2025-01-08T00:36:08.733" v="2856" actId="1037"/>
          <ac:picMkLst>
            <pc:docMk/>
            <pc:sldMk cId="39167344" sldId="11872"/>
            <ac:picMk id="5" creationId="{E5099545-193C-660F-CEAB-6B4267D888C7}"/>
          </ac:picMkLst>
        </pc:picChg>
        <pc:picChg chg="add del mod">
          <ac:chgData name="Gaurav Mehta" userId="461e9c0b-5aee-4964-b0ce-628526a8457e" providerId="ADAL" clId="{6071C1C9-C875-4EB3-9121-1AE5CDD6B72D}" dt="2025-01-07T20:34:59.031" v="2665" actId="478"/>
          <ac:picMkLst>
            <pc:docMk/>
            <pc:sldMk cId="39167344" sldId="11872"/>
            <ac:picMk id="6" creationId="{F60BA404-22EF-3640-4074-3D15BEA22F3B}"/>
          </ac:picMkLst>
        </pc:picChg>
        <pc:picChg chg="add mod">
          <ac:chgData name="Gaurav Mehta" userId="461e9c0b-5aee-4964-b0ce-628526a8457e" providerId="ADAL" clId="{6071C1C9-C875-4EB3-9121-1AE5CDD6B72D}" dt="2025-01-08T00:36:03.131" v="2846" actId="1038"/>
          <ac:picMkLst>
            <pc:docMk/>
            <pc:sldMk cId="39167344" sldId="11872"/>
            <ac:picMk id="26" creationId="{F4124ED0-0FE0-C842-5798-2D40C922BAAE}"/>
          </ac:picMkLst>
        </pc:picChg>
      </pc:sldChg>
      <pc:sldChg chg="modSp add del mod">
        <pc:chgData name="Gaurav Mehta" userId="461e9c0b-5aee-4964-b0ce-628526a8457e" providerId="ADAL" clId="{6071C1C9-C875-4EB3-9121-1AE5CDD6B72D}" dt="2025-01-08T00:55:46.087" v="2912" actId="2890"/>
        <pc:sldMkLst>
          <pc:docMk/>
          <pc:sldMk cId="794577873" sldId="11873"/>
        </pc:sldMkLst>
        <pc:spChg chg="mod">
          <ac:chgData name="Gaurav Mehta" userId="461e9c0b-5aee-4964-b0ce-628526a8457e" providerId="ADAL" clId="{6071C1C9-C875-4EB3-9121-1AE5CDD6B72D}" dt="2025-01-08T00:55:43.430" v="2911" actId="14100"/>
          <ac:spMkLst>
            <pc:docMk/>
            <pc:sldMk cId="794577873" sldId="11873"/>
            <ac:spMk id="25" creationId="{96AF85C8-25DB-DE35-975A-F324632DA425}"/>
          </ac:spMkLst>
        </pc:spChg>
      </pc:sldChg>
      <pc:sldChg chg="addSp delSp modSp add mod modNotesTx">
        <pc:chgData name="Gaurav Mehta" userId="461e9c0b-5aee-4964-b0ce-628526a8457e" providerId="ADAL" clId="{6071C1C9-C875-4EB3-9121-1AE5CDD6B72D}" dt="2025-01-08T03:24:17.614" v="3205" actId="20577"/>
        <pc:sldMkLst>
          <pc:docMk/>
          <pc:sldMk cId="2938828281" sldId="11873"/>
        </pc:sldMkLst>
        <pc:spChg chg="add del mod">
          <ac:chgData name="Gaurav Mehta" userId="461e9c0b-5aee-4964-b0ce-628526a8457e" providerId="ADAL" clId="{6071C1C9-C875-4EB3-9121-1AE5CDD6B72D}" dt="2025-01-08T03:22:06.521" v="3185" actId="206"/>
          <ac:spMkLst>
            <pc:docMk/>
            <pc:sldMk cId="2938828281" sldId="11873"/>
            <ac:spMk id="2" creationId="{70C46AEE-990D-6EE3-4AF1-40FA62E33BAF}"/>
          </ac:spMkLst>
        </pc:spChg>
        <pc:spChg chg="mod">
          <ac:chgData name="Gaurav Mehta" userId="461e9c0b-5aee-4964-b0ce-628526a8457e" providerId="ADAL" clId="{6071C1C9-C875-4EB3-9121-1AE5CDD6B72D}" dt="2025-01-08T01:02:39.277" v="3077" actId="1076"/>
          <ac:spMkLst>
            <pc:docMk/>
            <pc:sldMk cId="2938828281" sldId="11873"/>
            <ac:spMk id="5" creationId="{0CC7F1B2-348B-FEBC-1881-E3BB91869C57}"/>
          </ac:spMkLst>
        </pc:spChg>
        <pc:spChg chg="mod">
          <ac:chgData name="Gaurav Mehta" userId="461e9c0b-5aee-4964-b0ce-628526a8457e" providerId="ADAL" clId="{6071C1C9-C875-4EB3-9121-1AE5CDD6B72D}" dt="2025-01-08T01:03:39.756" v="3100" actId="1035"/>
          <ac:spMkLst>
            <pc:docMk/>
            <pc:sldMk cId="2938828281" sldId="11873"/>
            <ac:spMk id="7" creationId="{608E2CD2-AFF3-01F0-168D-84FEA5A9B7E5}"/>
          </ac:spMkLst>
        </pc:spChg>
        <pc:spChg chg="mod">
          <ac:chgData name="Gaurav Mehta" userId="461e9c0b-5aee-4964-b0ce-628526a8457e" providerId="ADAL" clId="{6071C1C9-C875-4EB3-9121-1AE5CDD6B72D}" dt="2025-01-08T01:03:39.756" v="3100" actId="1035"/>
          <ac:spMkLst>
            <pc:docMk/>
            <pc:sldMk cId="2938828281" sldId="11873"/>
            <ac:spMk id="9" creationId="{65ADBDBD-8544-04FE-E89D-D8082F4D5DBC}"/>
          </ac:spMkLst>
        </pc:spChg>
        <pc:spChg chg="add mod">
          <ac:chgData name="Gaurav Mehta" userId="461e9c0b-5aee-4964-b0ce-628526a8457e" providerId="ADAL" clId="{6071C1C9-C875-4EB3-9121-1AE5CDD6B72D}" dt="2025-01-08T01:02:49.893" v="3081" actId="20577"/>
          <ac:spMkLst>
            <pc:docMk/>
            <pc:sldMk cId="2938828281" sldId="11873"/>
            <ac:spMk id="10" creationId="{B9258D7D-202D-05F7-3470-0F7F8EBACEA1}"/>
          </ac:spMkLst>
        </pc:spChg>
        <pc:spChg chg="mod">
          <ac:chgData name="Gaurav Mehta" userId="461e9c0b-5aee-4964-b0ce-628526a8457e" providerId="ADAL" clId="{6071C1C9-C875-4EB3-9121-1AE5CDD6B72D}" dt="2025-01-08T01:05:17.225" v="3165" actId="1038"/>
          <ac:spMkLst>
            <pc:docMk/>
            <pc:sldMk cId="2938828281" sldId="11873"/>
            <ac:spMk id="11" creationId="{6F198263-824E-7411-896B-BB402A1FED43}"/>
          </ac:spMkLst>
        </pc:spChg>
        <pc:spChg chg="mod">
          <ac:chgData name="Gaurav Mehta" userId="461e9c0b-5aee-4964-b0ce-628526a8457e" providerId="ADAL" clId="{6071C1C9-C875-4EB3-9121-1AE5CDD6B72D}" dt="2025-01-08T03:22:02.967" v="3181" actId="14100"/>
          <ac:spMkLst>
            <pc:docMk/>
            <pc:sldMk cId="2938828281" sldId="11873"/>
            <ac:spMk id="14" creationId="{D7678406-0137-589B-3B3D-D8B8D7B16536}"/>
          </ac:spMkLst>
        </pc:spChg>
        <pc:spChg chg="mod">
          <ac:chgData name="Gaurav Mehta" userId="461e9c0b-5aee-4964-b0ce-628526a8457e" providerId="ADAL" clId="{6071C1C9-C875-4EB3-9121-1AE5CDD6B72D}" dt="2025-01-08T01:05:03.006" v="3127" actId="1038"/>
          <ac:spMkLst>
            <pc:docMk/>
            <pc:sldMk cId="2938828281" sldId="11873"/>
            <ac:spMk id="15" creationId="{453A3C6D-D1A9-CAE9-D49F-3A36FF0918E0}"/>
          </ac:spMkLst>
        </pc:spChg>
        <pc:spChg chg="mod">
          <ac:chgData name="Gaurav Mehta" userId="461e9c0b-5aee-4964-b0ce-628526a8457e" providerId="ADAL" clId="{6071C1C9-C875-4EB3-9121-1AE5CDD6B72D}" dt="2025-01-08T01:05:09.309" v="3151" actId="1037"/>
          <ac:spMkLst>
            <pc:docMk/>
            <pc:sldMk cId="2938828281" sldId="11873"/>
            <ac:spMk id="16" creationId="{2D6E1C84-7B1E-1154-4320-705BF061ECC7}"/>
          </ac:spMkLst>
        </pc:spChg>
        <pc:spChg chg="add mod">
          <ac:chgData name="Gaurav Mehta" userId="461e9c0b-5aee-4964-b0ce-628526a8457e" providerId="ADAL" clId="{6071C1C9-C875-4EB3-9121-1AE5CDD6B72D}" dt="2025-01-08T01:03:03.169" v="3085" actId="20577"/>
          <ac:spMkLst>
            <pc:docMk/>
            <pc:sldMk cId="2938828281" sldId="11873"/>
            <ac:spMk id="17" creationId="{035DFBCD-38DC-AE7E-65E3-C8480E097EED}"/>
          </ac:spMkLst>
        </pc:spChg>
        <pc:spChg chg="add mod">
          <ac:chgData name="Gaurav Mehta" userId="461e9c0b-5aee-4964-b0ce-628526a8457e" providerId="ADAL" clId="{6071C1C9-C875-4EB3-9121-1AE5CDD6B72D}" dt="2025-01-08T01:03:19.503" v="3090" actId="20577"/>
          <ac:spMkLst>
            <pc:docMk/>
            <pc:sldMk cId="2938828281" sldId="11873"/>
            <ac:spMk id="18" creationId="{B0F00463-114E-DF48-B680-B7338B81DD56}"/>
          </ac:spMkLst>
        </pc:spChg>
        <pc:spChg chg="add mod">
          <ac:chgData name="Gaurav Mehta" userId="461e9c0b-5aee-4964-b0ce-628526a8457e" providerId="ADAL" clId="{6071C1C9-C875-4EB3-9121-1AE5CDD6B72D}" dt="2025-01-08T01:03:30.126" v="3094" actId="20577"/>
          <ac:spMkLst>
            <pc:docMk/>
            <pc:sldMk cId="2938828281" sldId="11873"/>
            <ac:spMk id="19" creationId="{27FC01C0-4860-5236-4003-56DD8F73CC6E}"/>
          </ac:spMkLst>
        </pc:spChg>
        <pc:spChg chg="mod">
          <ac:chgData name="Gaurav Mehta" userId="461e9c0b-5aee-4964-b0ce-628526a8457e" providerId="ADAL" clId="{6071C1C9-C875-4EB3-9121-1AE5CDD6B72D}" dt="2025-01-08T01:05:37.656" v="3168" actId="1036"/>
          <ac:spMkLst>
            <pc:docMk/>
            <pc:sldMk cId="2938828281" sldId="11873"/>
            <ac:spMk id="20" creationId="{0B0B02D0-0AE4-5FCA-1F69-44DEA672D07E}"/>
          </ac:spMkLst>
        </pc:spChg>
        <pc:spChg chg="add mod">
          <ac:chgData name="Gaurav Mehta" userId="461e9c0b-5aee-4964-b0ce-628526a8457e" providerId="ADAL" clId="{6071C1C9-C875-4EB3-9121-1AE5CDD6B72D}" dt="2025-01-08T01:04:34.386" v="3104" actId="20577"/>
          <ac:spMkLst>
            <pc:docMk/>
            <pc:sldMk cId="2938828281" sldId="11873"/>
            <ac:spMk id="24" creationId="{17F1A33E-D7C3-1889-E82A-D01DBDA60941}"/>
          </ac:spMkLst>
        </pc:spChg>
        <pc:spChg chg="mod">
          <ac:chgData name="Gaurav Mehta" userId="461e9c0b-5aee-4964-b0ce-628526a8457e" providerId="ADAL" clId="{6071C1C9-C875-4EB3-9121-1AE5CDD6B72D}" dt="2025-01-08T03:22:50.482" v="3204" actId="20577"/>
          <ac:spMkLst>
            <pc:docMk/>
            <pc:sldMk cId="2938828281" sldId="11873"/>
            <ac:spMk id="25" creationId="{B677C5DD-42DB-0504-E39C-00AF65A69728}"/>
          </ac:spMkLst>
        </pc:spChg>
        <pc:spChg chg="mod">
          <ac:chgData name="Gaurav Mehta" userId="461e9c0b-5aee-4964-b0ce-628526a8457e" providerId="ADAL" clId="{6071C1C9-C875-4EB3-9121-1AE5CDD6B72D}" dt="2025-01-08T01:03:39.756" v="3100" actId="1035"/>
          <ac:spMkLst>
            <pc:docMk/>
            <pc:sldMk cId="2938828281" sldId="11873"/>
            <ac:spMk id="26" creationId="{A5FD9C7C-98C5-0C7C-E3C0-ADEFDA09C380}"/>
          </ac:spMkLst>
        </pc:spChg>
        <pc:spChg chg="mod">
          <ac:chgData name="Gaurav Mehta" userId="461e9c0b-5aee-4964-b0ce-628526a8457e" providerId="ADAL" clId="{6071C1C9-C875-4EB3-9121-1AE5CDD6B72D}" dt="2025-01-08T01:03:39.756" v="3100" actId="1035"/>
          <ac:spMkLst>
            <pc:docMk/>
            <pc:sldMk cId="2938828281" sldId="11873"/>
            <ac:spMk id="28" creationId="{7CE6E14C-7E83-90CE-4F23-74DE713A36AB}"/>
          </ac:spMkLst>
        </pc:spChg>
        <pc:graphicFrameChg chg="mod">
          <ac:chgData name="Gaurav Mehta" userId="461e9c0b-5aee-4964-b0ce-628526a8457e" providerId="ADAL" clId="{6071C1C9-C875-4EB3-9121-1AE5CDD6B72D}" dt="2025-01-08T00:57:05.625" v="2935" actId="1035"/>
          <ac:graphicFrameMkLst>
            <pc:docMk/>
            <pc:sldMk cId="2938828281" sldId="11873"/>
            <ac:graphicFrameMk id="6" creationId="{7AD1130D-9101-2BB3-E35C-E38C8939BFDA}"/>
          </ac:graphicFrameMkLst>
        </pc:graphicFrameChg>
      </pc:sldChg>
    </pc:docChg>
  </pc:docChgLst>
  <pc:docChgLst>
    <pc:chgData name="Moven Zhou" userId="S::mzhou@solm.com::4ec0c660-c914-4a90-a026-047a4eb49563" providerId="AD" clId="Web-{8A838009-749B-0AD4-D0D1-52774D8B5E66}"/>
    <pc:docChg chg="modSld">
      <pc:chgData name="Moven Zhou" userId="S::mzhou@solm.com::4ec0c660-c914-4a90-a026-047a4eb49563" providerId="AD" clId="Web-{8A838009-749B-0AD4-D0D1-52774D8B5E66}" dt="2025-01-07T02:12:47.319" v="0" actId="1076"/>
      <pc:docMkLst>
        <pc:docMk/>
      </pc:docMkLst>
      <pc:sldChg chg="modSp">
        <pc:chgData name="Moven Zhou" userId="S::mzhou@solm.com::4ec0c660-c914-4a90-a026-047a4eb49563" providerId="AD" clId="Web-{8A838009-749B-0AD4-D0D1-52774D8B5E66}" dt="2025-01-07T02:12:47.319" v="0" actId="1076"/>
        <pc:sldMkLst>
          <pc:docMk/>
          <pc:sldMk cId="2231139184" sldId="11869"/>
        </pc:sldMkLst>
        <pc:spChg chg="mod">
          <ac:chgData name="Moven Zhou" userId="S::mzhou@solm.com::4ec0c660-c914-4a90-a026-047a4eb49563" providerId="AD" clId="Web-{8A838009-749B-0AD4-D0D1-52774D8B5E66}" dt="2025-01-07T02:12:47.319" v="0" actId="1076"/>
          <ac:spMkLst>
            <pc:docMk/>
            <pc:sldMk cId="2231139184" sldId="11869"/>
            <ac:spMk id="11" creationId="{DEC5AAB0-EE0F-6DC8-6079-D1697CA8C525}"/>
          </ac:spMkLst>
        </pc:spChg>
      </pc:sldChg>
    </pc:docChg>
  </pc:docChgLst>
  <pc:docChgLst>
    <pc:chgData name="Claudia Johnson" userId="eadddba6-171f-4d46-ba44-3a925ea51c83" providerId="ADAL" clId="{0D613ED2-8088-42E7-92A3-C8A40A18BD2A}"/>
    <pc:docChg chg="undo custSel modSld sldOrd">
      <pc:chgData name="Claudia Johnson" userId="eadddba6-171f-4d46-ba44-3a925ea51c83" providerId="ADAL" clId="{0D613ED2-8088-42E7-92A3-C8A40A18BD2A}" dt="2025-01-08T12:57:40.178" v="243" actId="1076"/>
      <pc:docMkLst>
        <pc:docMk/>
      </pc:docMkLst>
      <pc:sldChg chg="modSp mod">
        <pc:chgData name="Claudia Johnson" userId="eadddba6-171f-4d46-ba44-3a925ea51c83" providerId="ADAL" clId="{0D613ED2-8088-42E7-92A3-C8A40A18BD2A}" dt="2025-01-08T12:57:40.178" v="243" actId="1076"/>
        <pc:sldMkLst>
          <pc:docMk/>
          <pc:sldMk cId="2337358316" sldId="11771"/>
        </pc:sldMkLst>
        <pc:spChg chg="mod">
          <ac:chgData name="Claudia Johnson" userId="eadddba6-171f-4d46-ba44-3a925ea51c83" providerId="ADAL" clId="{0D613ED2-8088-42E7-92A3-C8A40A18BD2A}" dt="2025-01-08T12:57:40.178" v="243" actId="1076"/>
          <ac:spMkLst>
            <pc:docMk/>
            <pc:sldMk cId="2337358316" sldId="11771"/>
            <ac:spMk id="2" creationId="{8B93BE57-EEE2-B164-F89E-5D13E20C55C7}"/>
          </ac:spMkLst>
        </pc:spChg>
      </pc:sldChg>
      <pc:sldChg chg="modSp mod">
        <pc:chgData name="Claudia Johnson" userId="eadddba6-171f-4d46-ba44-3a925ea51c83" providerId="ADAL" clId="{0D613ED2-8088-42E7-92A3-C8A40A18BD2A}" dt="2025-01-06T20:06:36.285" v="114" actId="20577"/>
        <pc:sldMkLst>
          <pc:docMk/>
          <pc:sldMk cId="1929670597" sldId="11866"/>
        </pc:sldMkLst>
        <pc:graphicFrameChg chg="modGraphic">
          <ac:chgData name="Claudia Johnson" userId="eadddba6-171f-4d46-ba44-3a925ea51c83" providerId="ADAL" clId="{0D613ED2-8088-42E7-92A3-C8A40A18BD2A}" dt="2025-01-06T20:06:36.285" v="114" actId="20577"/>
          <ac:graphicFrameMkLst>
            <pc:docMk/>
            <pc:sldMk cId="1929670597" sldId="11866"/>
            <ac:graphicFrameMk id="18" creationId="{857CCC11-3687-6B5E-C4CF-0F53250E9B1F}"/>
          </ac:graphicFrameMkLst>
        </pc:graphicFrameChg>
      </pc:sldChg>
      <pc:sldChg chg="modSp mod">
        <pc:chgData name="Claudia Johnson" userId="eadddba6-171f-4d46-ba44-3a925ea51c83" providerId="ADAL" clId="{0D613ED2-8088-42E7-92A3-C8A40A18BD2A}" dt="2025-01-07T16:57:57.363" v="129" actId="6549"/>
        <pc:sldMkLst>
          <pc:docMk/>
          <pc:sldMk cId="2631552577" sldId="11868"/>
        </pc:sldMkLst>
        <pc:spChg chg="mod">
          <ac:chgData name="Claudia Johnson" userId="eadddba6-171f-4d46-ba44-3a925ea51c83" providerId="ADAL" clId="{0D613ED2-8088-42E7-92A3-C8A40A18BD2A}" dt="2025-01-07T16:57:57.363" v="129" actId="6549"/>
          <ac:spMkLst>
            <pc:docMk/>
            <pc:sldMk cId="2631552577" sldId="11868"/>
            <ac:spMk id="6" creationId="{67CDE7D3-862F-D202-8876-0178F2F93443}"/>
          </ac:spMkLst>
        </pc:spChg>
      </pc:sldChg>
      <pc:sldChg chg="modSp mod ord">
        <pc:chgData name="Claudia Johnson" userId="eadddba6-171f-4d46-ba44-3a925ea51c83" providerId="ADAL" clId="{0D613ED2-8088-42E7-92A3-C8A40A18BD2A}" dt="2025-01-08T12:53:37.938" v="214" actId="1036"/>
        <pc:sldMkLst>
          <pc:docMk/>
          <pc:sldMk cId="39167344" sldId="11872"/>
        </pc:sldMkLst>
        <pc:spChg chg="mod">
          <ac:chgData name="Claudia Johnson" userId="eadddba6-171f-4d46-ba44-3a925ea51c83" providerId="ADAL" clId="{0D613ED2-8088-42E7-92A3-C8A40A18BD2A}" dt="2025-01-07T15:30:46.733" v="116" actId="1076"/>
          <ac:spMkLst>
            <pc:docMk/>
            <pc:sldMk cId="39167344" sldId="11872"/>
            <ac:spMk id="29" creationId="{EC61462E-3942-AA3A-9759-2A4BEC1CD37A}"/>
          </ac:spMkLst>
        </pc:spChg>
        <pc:spChg chg="mod">
          <ac:chgData name="Claudia Johnson" userId="eadddba6-171f-4d46-ba44-3a925ea51c83" providerId="ADAL" clId="{0D613ED2-8088-42E7-92A3-C8A40A18BD2A}" dt="2025-01-07T16:56:21.909" v="122" actId="1076"/>
          <ac:spMkLst>
            <pc:docMk/>
            <pc:sldMk cId="39167344" sldId="11872"/>
            <ac:spMk id="30" creationId="{F226CE44-1EA3-E8F3-D910-24FC3A79F3DC}"/>
          </ac:spMkLst>
        </pc:spChg>
        <pc:graphicFrameChg chg="mod ord">
          <ac:chgData name="Claudia Johnson" userId="eadddba6-171f-4d46-ba44-3a925ea51c83" providerId="ADAL" clId="{0D613ED2-8088-42E7-92A3-C8A40A18BD2A}" dt="2025-01-08T12:53:37.938" v="214" actId="1036"/>
          <ac:graphicFrameMkLst>
            <pc:docMk/>
            <pc:sldMk cId="39167344" sldId="11872"/>
            <ac:graphicFrameMk id="22" creationId="{F6F65B55-D75A-4B9A-D733-1F4594A1D394}"/>
          </ac:graphicFrameMkLst>
        </pc:graphicFrameChg>
      </pc:sldChg>
      <pc:sldChg chg="addSp delSp modSp mod">
        <pc:chgData name="Claudia Johnson" userId="eadddba6-171f-4d46-ba44-3a925ea51c83" providerId="ADAL" clId="{0D613ED2-8088-42E7-92A3-C8A40A18BD2A}" dt="2025-01-08T12:53:46.449" v="218" actId="1076"/>
        <pc:sldMkLst>
          <pc:docMk/>
          <pc:sldMk cId="2938828281" sldId="11873"/>
        </pc:sldMkLst>
        <pc:spChg chg="mod">
          <ac:chgData name="Claudia Johnson" userId="eadddba6-171f-4d46-ba44-3a925ea51c83" providerId="ADAL" clId="{0D613ED2-8088-42E7-92A3-C8A40A18BD2A}" dt="2025-01-08T12:49:39.442" v="180" actId="20577"/>
          <ac:spMkLst>
            <pc:docMk/>
            <pc:sldMk cId="2938828281" sldId="11873"/>
            <ac:spMk id="21" creationId="{C42ADC35-024F-3ABB-9B9C-785B666F68C4}"/>
          </ac:spMkLst>
        </pc:spChg>
        <pc:spChg chg="mod">
          <ac:chgData name="Claudia Johnson" userId="eadddba6-171f-4d46-ba44-3a925ea51c83" providerId="ADAL" clId="{0D613ED2-8088-42E7-92A3-C8A40A18BD2A}" dt="2025-01-08T12:49:00.559" v="174" actId="20577"/>
          <ac:spMkLst>
            <pc:docMk/>
            <pc:sldMk cId="2938828281" sldId="11873"/>
            <ac:spMk id="22" creationId="{2B5E157D-BD02-075A-AEFB-54070FC1F84D}"/>
          </ac:spMkLst>
        </pc:spChg>
        <pc:spChg chg="add del mod">
          <ac:chgData name="Claudia Johnson" userId="eadddba6-171f-4d46-ba44-3a925ea51c83" providerId="ADAL" clId="{0D613ED2-8088-42E7-92A3-C8A40A18BD2A}" dt="2025-01-08T12:53:01.929" v="206" actId="478"/>
          <ac:spMkLst>
            <pc:docMk/>
            <pc:sldMk cId="2938828281" sldId="11873"/>
            <ac:spMk id="27" creationId="{A31655A3-EBA6-CA98-B1E9-776D7C6B1569}"/>
          </ac:spMkLst>
        </pc:spChg>
        <pc:spChg chg="add del mod">
          <ac:chgData name="Claudia Johnson" userId="eadddba6-171f-4d46-ba44-3a925ea51c83" providerId="ADAL" clId="{0D613ED2-8088-42E7-92A3-C8A40A18BD2A}" dt="2025-01-08T12:53:01.425" v="205" actId="478"/>
          <ac:spMkLst>
            <pc:docMk/>
            <pc:sldMk cId="2938828281" sldId="11873"/>
            <ac:spMk id="29" creationId="{F7C5D570-47E3-F557-6F1B-3800E70D7F97}"/>
          </ac:spMkLst>
        </pc:spChg>
        <pc:spChg chg="add del mod">
          <ac:chgData name="Claudia Johnson" userId="eadddba6-171f-4d46-ba44-3a925ea51c83" providerId="ADAL" clId="{0D613ED2-8088-42E7-92A3-C8A40A18BD2A}" dt="2025-01-08T12:53:46.449" v="218" actId="1076"/>
          <ac:spMkLst>
            <pc:docMk/>
            <pc:sldMk cId="2938828281" sldId="11873"/>
            <ac:spMk id="30" creationId="{694C0027-0BA4-19C6-7337-4347C9F87645}"/>
          </ac:spMkLst>
        </pc:spChg>
        <pc:spChg chg="add mod">
          <ac:chgData name="Claudia Johnson" userId="eadddba6-171f-4d46-ba44-3a925ea51c83" providerId="ADAL" clId="{0D613ED2-8088-42E7-92A3-C8A40A18BD2A}" dt="2025-01-08T12:53:02.495" v="207"/>
          <ac:spMkLst>
            <pc:docMk/>
            <pc:sldMk cId="2938828281" sldId="11873"/>
            <ac:spMk id="31" creationId="{8F5501DC-2767-43E4-7005-04C236D0F6A2}"/>
          </ac:spMkLst>
        </pc:spChg>
        <pc:spChg chg="add mod">
          <ac:chgData name="Claudia Johnson" userId="eadddba6-171f-4d46-ba44-3a925ea51c83" providerId="ADAL" clId="{0D613ED2-8088-42E7-92A3-C8A40A18BD2A}" dt="2025-01-08T12:52:42.821" v="197"/>
          <ac:spMkLst>
            <pc:docMk/>
            <pc:sldMk cId="2938828281" sldId="11873"/>
            <ac:spMk id="32" creationId="{7306E29F-FC6B-0E94-05CB-A213E6ECCD28}"/>
          </ac:spMkLst>
        </pc:spChg>
        <pc:spChg chg="add mod">
          <ac:chgData name="Claudia Johnson" userId="eadddba6-171f-4d46-ba44-3a925ea51c83" providerId="ADAL" clId="{0D613ED2-8088-42E7-92A3-C8A40A18BD2A}" dt="2025-01-08T12:52:59.728" v="202" actId="1076"/>
          <ac:spMkLst>
            <pc:docMk/>
            <pc:sldMk cId="2938828281" sldId="11873"/>
            <ac:spMk id="33" creationId="{7730A387-A3E2-8790-734D-6998AA1E5BAB}"/>
          </ac:spMkLst>
        </pc:spChg>
        <pc:graphicFrameChg chg="mod">
          <ac:chgData name="Claudia Johnson" userId="eadddba6-171f-4d46-ba44-3a925ea51c83" providerId="ADAL" clId="{0D613ED2-8088-42E7-92A3-C8A40A18BD2A}" dt="2025-01-08T12:52:49.307" v="199"/>
          <ac:graphicFrameMkLst>
            <pc:docMk/>
            <pc:sldMk cId="2938828281" sldId="11873"/>
            <ac:graphicFrameMk id="6" creationId="{7AD1130D-9101-2BB3-E35C-E38C8939BFDA}"/>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A7D4B9"/>
              </a:solidFill>
            </c:spPr>
            <c:extLst>
              <c:ext xmlns:c16="http://schemas.microsoft.com/office/drawing/2014/chart" uri="{C3380CC4-5D6E-409C-BE32-E72D297353CC}">
                <c16:uniqueId val="{00000001-C656-4EAF-9538-857BEAE3BC69}"/>
              </c:ext>
            </c:extLst>
          </c:dPt>
          <c:dPt>
            <c:idx val="1"/>
            <c:bubble3D val="0"/>
            <c:spPr>
              <a:solidFill>
                <a:srgbClr val="104226"/>
              </a:solidFill>
            </c:spPr>
            <c:extLst>
              <c:ext xmlns:c16="http://schemas.microsoft.com/office/drawing/2014/chart" uri="{C3380CC4-5D6E-409C-BE32-E72D297353CC}">
                <c16:uniqueId val="{00000003-C656-4EAF-9538-857BEAE3BC69}"/>
              </c:ext>
            </c:extLst>
          </c:dPt>
          <c:dPt>
            <c:idx val="2"/>
            <c:bubble3D val="0"/>
            <c:spPr>
              <a:solidFill>
                <a:srgbClr val="EC6726"/>
              </a:solidFill>
            </c:spPr>
            <c:extLst>
              <c:ext xmlns:c16="http://schemas.microsoft.com/office/drawing/2014/chart" uri="{C3380CC4-5D6E-409C-BE32-E72D297353CC}">
                <c16:uniqueId val="{00000005-C656-4EAF-9538-857BEAE3BC69}"/>
              </c:ext>
            </c:extLst>
          </c:dPt>
          <c:dPt>
            <c:idx val="3"/>
            <c:bubble3D val="0"/>
            <c:spPr>
              <a:solidFill>
                <a:srgbClr val="104226"/>
              </a:solidFill>
            </c:spPr>
            <c:extLst>
              <c:ext xmlns:c16="http://schemas.microsoft.com/office/drawing/2014/chart" uri="{C3380CC4-5D6E-409C-BE32-E72D297353CC}">
                <c16:uniqueId val="{00000007-C656-4EAF-9538-857BEAE3BC69}"/>
              </c:ext>
            </c:extLst>
          </c:dPt>
          <c:cat>
            <c:strRef>
              <c:f>Sheet1!$A$2:$A$5</c:f>
              <c:strCache>
                <c:ptCount val="3"/>
                <c:pt idx="0">
                  <c:v>Business Unit</c:v>
                </c:pt>
                <c:pt idx="1">
                  <c:v>QARA</c:v>
                </c:pt>
                <c:pt idx="2">
                  <c:v>Sourcing</c:v>
                </c:pt>
              </c:strCache>
            </c:strRef>
          </c:cat>
          <c:val>
            <c:numRef>
              <c:f>Sheet1!$B$2:$B$5</c:f>
              <c:numCache>
                <c:formatCode>General</c:formatCode>
                <c:ptCount val="4"/>
                <c:pt idx="0">
                  <c:v>1</c:v>
                </c:pt>
                <c:pt idx="1">
                  <c:v>1</c:v>
                </c:pt>
                <c:pt idx="2">
                  <c:v>1</c:v>
                </c:pt>
              </c:numCache>
            </c:numRef>
          </c:val>
          <c:extLst>
            <c:ext xmlns:c16="http://schemas.microsoft.com/office/drawing/2014/chart" uri="{C3380CC4-5D6E-409C-BE32-E72D297353CC}">
              <c16:uniqueId val="{00000008-C656-4EAF-9538-857BEAE3BC69}"/>
            </c:ext>
          </c:extLst>
        </c:ser>
        <c:dLbls>
          <c:showLegendKey val="0"/>
          <c:showVal val="0"/>
          <c:showCatName val="0"/>
          <c:showSerName val="0"/>
          <c:showPercent val="0"/>
          <c:showBubbleSize val="0"/>
          <c:showLeaderLines val="1"/>
        </c:dLbls>
        <c:firstSliceAng val="45"/>
        <c:holeSize val="50"/>
      </c:doughnutChart>
      <c:spPr>
        <a:noFill/>
      </c:spPr>
    </c:plotArea>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6321BF-2D79-4501-9578-EC470BABD81D}" type="doc">
      <dgm:prSet loTypeId="urn:microsoft.com/office/officeart/2005/8/layout/chevron1" loCatId="process" qsTypeId="urn:microsoft.com/office/officeart/2005/8/quickstyle/simple1" qsCatId="simple" csTypeId="urn:microsoft.com/office/officeart/2005/8/colors/accent1_2" csCatId="accent1" phldr="1"/>
      <dgm:spPr/>
    </dgm:pt>
    <dgm:pt modelId="{1689F5D7-5B8B-4084-B771-DB0CC6FAC1CE}">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190" b="1" kern="1200">
              <a:solidFill>
                <a:schemeClr val="bg1"/>
              </a:solidFill>
              <a:latin typeface="Poppins" panose="00000500000000000000" pitchFamily="2" charset="0"/>
              <a:ea typeface="Helvetica Neue"/>
              <a:cs typeface="Poppins" panose="00000500000000000000" pitchFamily="2" charset="0"/>
            </a:rPr>
            <a:t>Execution</a:t>
          </a:r>
        </a:p>
      </dgm:t>
    </dgm:pt>
    <dgm:pt modelId="{A27609E6-9C24-471B-BD57-320DDF398A02}" type="parTrans" cxnId="{B50C377A-BB14-4AF4-BDE4-D7C878B13210}">
      <dgm:prSet/>
      <dgm:spPr/>
      <dgm:t>
        <a:bodyPr/>
        <a:lstStyle/>
        <a:p>
          <a:endParaRPr lang="en-US" sz="2800">
            <a:latin typeface="Poppins" panose="00000500000000000000" pitchFamily="2" charset="0"/>
            <a:cs typeface="Poppins" panose="00000500000000000000" pitchFamily="2" charset="0"/>
          </a:endParaRPr>
        </a:p>
      </dgm:t>
    </dgm:pt>
    <dgm:pt modelId="{1E743576-70AE-41CA-925E-0283DD27CFFA}" type="sibTrans" cxnId="{B50C377A-BB14-4AF4-BDE4-D7C878B13210}">
      <dgm:prSet/>
      <dgm:spPr/>
      <dgm:t>
        <a:bodyPr/>
        <a:lstStyle/>
        <a:p>
          <a:endParaRPr lang="en-US" sz="2800">
            <a:latin typeface="Poppins" panose="00000500000000000000" pitchFamily="2" charset="0"/>
            <a:cs typeface="Poppins" panose="00000500000000000000" pitchFamily="2" charset="0"/>
          </a:endParaRPr>
        </a:p>
      </dgm:t>
    </dgm:pt>
    <dgm:pt modelId="{28F5E545-1593-410C-9D37-AA74BC075580}">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Product Release</a:t>
          </a:r>
        </a:p>
      </dgm:t>
    </dgm:pt>
    <dgm:pt modelId="{95F5A1E2-1B8D-4059-89D3-1AB4A0A82C5E}" type="parTrans" cxnId="{5A4E1EAC-FDD6-412C-820D-44914F86CDF5}">
      <dgm:prSet/>
      <dgm:spPr/>
      <dgm:t>
        <a:bodyPr/>
        <a:lstStyle/>
        <a:p>
          <a:endParaRPr lang="en-US" sz="2800">
            <a:latin typeface="Poppins" panose="00000500000000000000" pitchFamily="2" charset="0"/>
            <a:cs typeface="Poppins" panose="00000500000000000000" pitchFamily="2" charset="0"/>
          </a:endParaRPr>
        </a:p>
      </dgm:t>
    </dgm:pt>
    <dgm:pt modelId="{4BC4A3ED-D659-42D1-9D7C-58DE318FE6E6}" type="sibTrans" cxnId="{5A4E1EAC-FDD6-412C-820D-44914F86CDF5}">
      <dgm:prSet/>
      <dgm:spPr/>
      <dgm:t>
        <a:bodyPr/>
        <a:lstStyle/>
        <a:p>
          <a:endParaRPr lang="en-US" sz="2800">
            <a:latin typeface="Poppins" panose="00000500000000000000" pitchFamily="2" charset="0"/>
            <a:cs typeface="Poppins" panose="00000500000000000000" pitchFamily="2" charset="0"/>
          </a:endParaRPr>
        </a:p>
      </dgm:t>
    </dgm:pt>
    <dgm:pt modelId="{978398B9-4A5F-4594-AE52-C5DFC3BC4673}">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Post Market Review</a:t>
          </a:r>
        </a:p>
      </dgm:t>
    </dgm:pt>
    <dgm:pt modelId="{FEE8894F-B7A6-4955-816F-F37BC50129B3}" type="parTrans" cxnId="{CE714857-3ED8-4BCE-9D32-51324E7EB9D1}">
      <dgm:prSet/>
      <dgm:spPr/>
      <dgm:t>
        <a:bodyPr/>
        <a:lstStyle/>
        <a:p>
          <a:endParaRPr lang="en-US" sz="2800">
            <a:latin typeface="Poppins" panose="00000500000000000000" pitchFamily="2" charset="0"/>
            <a:cs typeface="Poppins" panose="00000500000000000000" pitchFamily="2" charset="0"/>
          </a:endParaRPr>
        </a:p>
      </dgm:t>
    </dgm:pt>
    <dgm:pt modelId="{C943FAD9-45BE-4DF4-9F66-0950FD686278}" type="sibTrans" cxnId="{CE714857-3ED8-4BCE-9D32-51324E7EB9D1}">
      <dgm:prSet/>
      <dgm:spPr/>
      <dgm:t>
        <a:bodyPr/>
        <a:lstStyle/>
        <a:p>
          <a:endParaRPr lang="en-US" sz="2800">
            <a:latin typeface="Poppins" panose="00000500000000000000" pitchFamily="2" charset="0"/>
            <a:cs typeface="Poppins" panose="00000500000000000000" pitchFamily="2" charset="0"/>
          </a:endParaRPr>
        </a:p>
      </dgm:t>
    </dgm:pt>
    <dgm:pt modelId="{DE59C960-7D0D-428E-A22C-00A52BA33AD8}">
      <dgm:prSet phldrT="[Text]" custT="1"/>
      <dgm:spPr>
        <a:solidFill>
          <a:srgbClr val="EC6726"/>
        </a:solidFill>
        <a:ln>
          <a:solidFill>
            <a:srgbClr val="EC6726"/>
          </a:solidFill>
        </a:ln>
      </dgm:spPr>
      <dgm:t>
        <a:bodyPr/>
        <a:lstStyle/>
        <a:p>
          <a:r>
            <a:rPr lang="en-US" sz="1200" b="1">
              <a:latin typeface="Poppins" panose="00000500000000000000" pitchFamily="2" charset="0"/>
              <a:cs typeface="Poppins" panose="00000500000000000000" pitchFamily="2" charset="0"/>
            </a:rPr>
            <a:t>Supplier Evaluation</a:t>
          </a:r>
        </a:p>
      </dgm:t>
    </dgm:pt>
    <dgm:pt modelId="{F3D017CB-6831-4FAE-B01B-9EEA3A443F8C}" type="par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BC98E066-74B0-45AD-876B-E27D38B36EC2}" type="sib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05A5A0C1-454B-49E4-8E92-7FADF0B25C6B}">
      <dgm:prSet phldrT="[Text]" custT="1"/>
      <dgm:spPr>
        <a:solidFill>
          <a:srgbClr val="EC6726"/>
        </a:solidFill>
        <a:ln>
          <a:solidFill>
            <a:srgbClr val="EC6726"/>
          </a:solidFill>
        </a:ln>
      </dgm:spPr>
      <dgm:t>
        <a:bodyPr/>
        <a:lstStyle/>
        <a:p>
          <a:r>
            <a:rPr lang="en-US" sz="1200" b="1">
              <a:latin typeface="Poppins" panose="00000500000000000000" pitchFamily="2" charset="0"/>
              <a:cs typeface="Poppins" panose="00000500000000000000" pitchFamily="2" charset="0"/>
            </a:rPr>
            <a:t>Potential Suppliers</a:t>
          </a:r>
        </a:p>
      </dgm:t>
    </dgm:pt>
    <dgm:pt modelId="{00DDBE29-AA0A-4351-BFC4-9C3787483EFD}" type="par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C9CF945B-DD6F-4DD0-9996-5BB8B6BE1222}" type="sib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D5832917-E2DC-4FE5-A58C-CAA30E49AF37}">
      <dgm:prSet phldrT="[Text]" custT="1"/>
      <dgm:spPr>
        <a:solidFill>
          <a:srgbClr val="EC6726"/>
        </a:solidFill>
        <a:ln>
          <a:solidFill>
            <a:srgbClr val="EC6726"/>
          </a:solidFill>
        </a:ln>
      </dgm:spPr>
      <dgm:t>
        <a:bodyPr/>
        <a:lstStyle/>
        <a:p>
          <a:r>
            <a:rPr lang="en-US" sz="1400" b="1">
              <a:latin typeface="Poppins" panose="00000500000000000000" pitchFamily="2" charset="0"/>
              <a:cs typeface="Poppins" panose="00000500000000000000" pitchFamily="2" charset="0"/>
            </a:rPr>
            <a:t>Product Request</a:t>
          </a:r>
        </a:p>
      </dgm:t>
    </dgm:pt>
    <dgm:pt modelId="{7EAA5CCD-134C-4661-B379-D0C959620F40}" type="sib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6C7A7EE7-9C3B-4D56-B147-C86375B44FA4}" type="par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9AC1224E-6697-4A01-8332-6748CB91F829}" type="pres">
      <dgm:prSet presAssocID="{8D6321BF-2D79-4501-9578-EC470BABD81D}" presName="Name0" presStyleCnt="0">
        <dgm:presLayoutVars>
          <dgm:dir/>
          <dgm:animLvl val="lvl"/>
          <dgm:resizeHandles val="exact"/>
        </dgm:presLayoutVars>
      </dgm:prSet>
      <dgm:spPr/>
    </dgm:pt>
    <dgm:pt modelId="{A178B936-FED3-4A8B-8311-B15C0322D425}" type="pres">
      <dgm:prSet presAssocID="{D5832917-E2DC-4FE5-A58C-CAA30E49AF37}" presName="parTxOnly" presStyleLbl="node1" presStyleIdx="0" presStyleCnt="6" custScaleX="79591">
        <dgm:presLayoutVars>
          <dgm:chMax val="0"/>
          <dgm:chPref val="0"/>
          <dgm:bulletEnabled val="1"/>
        </dgm:presLayoutVars>
      </dgm:prSet>
      <dgm:spPr/>
    </dgm:pt>
    <dgm:pt modelId="{5657E73F-0F41-4919-860F-E4BE783BC679}" type="pres">
      <dgm:prSet presAssocID="{7EAA5CCD-134C-4661-B379-D0C959620F40}" presName="parTxOnlySpace" presStyleCnt="0"/>
      <dgm:spPr/>
    </dgm:pt>
    <dgm:pt modelId="{7121D421-DA1C-4251-B910-F76FC9F36218}" type="pres">
      <dgm:prSet presAssocID="{05A5A0C1-454B-49E4-8E92-7FADF0B25C6B}" presName="parTxOnly" presStyleLbl="node1" presStyleIdx="1" presStyleCnt="6" custScaleX="85836">
        <dgm:presLayoutVars>
          <dgm:chMax val="0"/>
          <dgm:chPref val="0"/>
          <dgm:bulletEnabled val="1"/>
        </dgm:presLayoutVars>
      </dgm:prSet>
      <dgm:spPr/>
    </dgm:pt>
    <dgm:pt modelId="{DE7BB9E5-E68A-45EC-ADC2-7BC9BAAAC2E2}" type="pres">
      <dgm:prSet presAssocID="{C9CF945B-DD6F-4DD0-9996-5BB8B6BE1222}" presName="parTxOnlySpace" presStyleCnt="0"/>
      <dgm:spPr/>
    </dgm:pt>
    <dgm:pt modelId="{2A4026D7-8137-41AD-B507-003B1EAD06BD}" type="pres">
      <dgm:prSet presAssocID="{DE59C960-7D0D-428E-A22C-00A52BA33AD8}" presName="parTxOnly" presStyleLbl="node1" presStyleIdx="2" presStyleCnt="6" custScaleX="87580">
        <dgm:presLayoutVars>
          <dgm:chMax val="0"/>
          <dgm:chPref val="0"/>
          <dgm:bulletEnabled val="1"/>
        </dgm:presLayoutVars>
      </dgm:prSet>
      <dgm:spPr/>
    </dgm:pt>
    <dgm:pt modelId="{C532F7DF-B60E-4D3B-8218-475E2A849809}" type="pres">
      <dgm:prSet presAssocID="{BC98E066-74B0-45AD-876B-E27D38B36EC2}" presName="parTxOnlySpace" presStyleCnt="0"/>
      <dgm:spPr/>
    </dgm:pt>
    <dgm:pt modelId="{DA112368-3EA1-49B3-97B0-28C83A22CB5A}" type="pres">
      <dgm:prSet presAssocID="{1689F5D7-5B8B-4084-B771-DB0CC6FAC1CE}" presName="parTxOnly" presStyleLbl="node1" presStyleIdx="3" presStyleCnt="6" custScaleX="93698">
        <dgm:presLayoutVars>
          <dgm:chMax val="0"/>
          <dgm:chPref val="0"/>
          <dgm:bulletEnabled val="1"/>
        </dgm:presLayoutVars>
      </dgm:prSet>
      <dgm:spPr/>
    </dgm:pt>
    <dgm:pt modelId="{AD849070-1C36-4164-8792-E8957214D26B}" type="pres">
      <dgm:prSet presAssocID="{1E743576-70AE-41CA-925E-0283DD27CFFA}" presName="parTxOnlySpace" presStyleCnt="0"/>
      <dgm:spPr/>
    </dgm:pt>
    <dgm:pt modelId="{315A85F2-9345-4746-8B6B-BDF4CE789C68}" type="pres">
      <dgm:prSet presAssocID="{28F5E545-1593-410C-9D37-AA74BC075580}" presName="parTxOnly" presStyleLbl="node1" presStyleIdx="4" presStyleCnt="6" custScaleX="70164">
        <dgm:presLayoutVars>
          <dgm:chMax val="0"/>
          <dgm:chPref val="0"/>
          <dgm:bulletEnabled val="1"/>
        </dgm:presLayoutVars>
      </dgm:prSet>
      <dgm:spPr/>
    </dgm:pt>
    <dgm:pt modelId="{85511C3C-F2D3-47F9-A531-7F0065AF5513}" type="pres">
      <dgm:prSet presAssocID="{4BC4A3ED-D659-42D1-9D7C-58DE318FE6E6}" presName="parTxOnlySpace" presStyleCnt="0"/>
      <dgm:spPr/>
    </dgm:pt>
    <dgm:pt modelId="{4C41F78B-CF4E-4C8E-858B-E469D6D66B37}" type="pres">
      <dgm:prSet presAssocID="{978398B9-4A5F-4594-AE52-C5DFC3BC4673}" presName="parTxOnly" presStyleLbl="node1" presStyleIdx="5" presStyleCnt="6" custScaleX="75463">
        <dgm:presLayoutVars>
          <dgm:chMax val="0"/>
          <dgm:chPref val="0"/>
          <dgm:bulletEnabled val="1"/>
        </dgm:presLayoutVars>
      </dgm:prSet>
      <dgm:spPr/>
    </dgm:pt>
  </dgm:ptLst>
  <dgm:cxnLst>
    <dgm:cxn modelId="{1828930A-70D0-42B1-B9C7-11A46CD778BC}" srcId="{8D6321BF-2D79-4501-9578-EC470BABD81D}" destId="{D5832917-E2DC-4FE5-A58C-CAA30E49AF37}" srcOrd="0" destOrd="0" parTransId="{6C7A7EE7-9C3B-4D56-B147-C86375B44FA4}" sibTransId="{7EAA5CCD-134C-4661-B379-D0C959620F40}"/>
    <dgm:cxn modelId="{9E3E4634-5813-447D-8A51-7D2FA8E4BEC2}" type="presOf" srcId="{D5832917-E2DC-4FE5-A58C-CAA30E49AF37}" destId="{A178B936-FED3-4A8B-8311-B15C0322D425}" srcOrd="0" destOrd="0" presId="urn:microsoft.com/office/officeart/2005/8/layout/chevron1"/>
    <dgm:cxn modelId="{4BD51F62-4670-4821-B6E7-10C61F61E3DB}" type="presOf" srcId="{978398B9-4A5F-4594-AE52-C5DFC3BC4673}" destId="{4C41F78B-CF4E-4C8E-858B-E469D6D66B37}" srcOrd="0" destOrd="0" presId="urn:microsoft.com/office/officeart/2005/8/layout/chevron1"/>
    <dgm:cxn modelId="{2C45C165-DFAB-4560-97C1-7C14A5711542}" type="presOf" srcId="{05A5A0C1-454B-49E4-8E92-7FADF0B25C6B}" destId="{7121D421-DA1C-4251-B910-F76FC9F36218}" srcOrd="0" destOrd="0" presId="urn:microsoft.com/office/officeart/2005/8/layout/chevron1"/>
    <dgm:cxn modelId="{FE356A47-4796-4D5C-8D03-166F0FA7797B}" type="presOf" srcId="{1689F5D7-5B8B-4084-B771-DB0CC6FAC1CE}" destId="{DA112368-3EA1-49B3-97B0-28C83A22CB5A}" srcOrd="0" destOrd="0" presId="urn:microsoft.com/office/officeart/2005/8/layout/chevron1"/>
    <dgm:cxn modelId="{CE714857-3ED8-4BCE-9D32-51324E7EB9D1}" srcId="{8D6321BF-2D79-4501-9578-EC470BABD81D}" destId="{978398B9-4A5F-4594-AE52-C5DFC3BC4673}" srcOrd="5" destOrd="0" parTransId="{FEE8894F-B7A6-4955-816F-F37BC50129B3}" sibTransId="{C943FAD9-45BE-4DF4-9F66-0950FD686278}"/>
    <dgm:cxn modelId="{89BBCE58-3DBF-4B39-8660-141FB6BB320C}" type="presOf" srcId="{8D6321BF-2D79-4501-9578-EC470BABD81D}" destId="{9AC1224E-6697-4A01-8332-6748CB91F829}" srcOrd="0" destOrd="0" presId="urn:microsoft.com/office/officeart/2005/8/layout/chevron1"/>
    <dgm:cxn modelId="{B50C377A-BB14-4AF4-BDE4-D7C878B13210}" srcId="{8D6321BF-2D79-4501-9578-EC470BABD81D}" destId="{1689F5D7-5B8B-4084-B771-DB0CC6FAC1CE}" srcOrd="3" destOrd="0" parTransId="{A27609E6-9C24-471B-BD57-320DDF398A02}" sibTransId="{1E743576-70AE-41CA-925E-0283DD27CFFA}"/>
    <dgm:cxn modelId="{5D51C781-BF3D-410E-B17E-C56246787926}" type="presOf" srcId="{28F5E545-1593-410C-9D37-AA74BC075580}" destId="{315A85F2-9345-4746-8B6B-BDF4CE789C68}" srcOrd="0" destOrd="0" presId="urn:microsoft.com/office/officeart/2005/8/layout/chevron1"/>
    <dgm:cxn modelId="{0A9F9682-2399-4DE4-9FC1-2A01187BA21C}" srcId="{8D6321BF-2D79-4501-9578-EC470BABD81D}" destId="{DE59C960-7D0D-428E-A22C-00A52BA33AD8}" srcOrd="2" destOrd="0" parTransId="{F3D017CB-6831-4FAE-B01B-9EEA3A443F8C}" sibTransId="{BC98E066-74B0-45AD-876B-E27D38B36EC2}"/>
    <dgm:cxn modelId="{69D8A388-4A77-4535-BCDF-6767517CFDF5}" srcId="{8D6321BF-2D79-4501-9578-EC470BABD81D}" destId="{05A5A0C1-454B-49E4-8E92-7FADF0B25C6B}" srcOrd="1" destOrd="0" parTransId="{00DDBE29-AA0A-4351-BFC4-9C3787483EFD}" sibTransId="{C9CF945B-DD6F-4DD0-9996-5BB8B6BE1222}"/>
    <dgm:cxn modelId="{5A4E1EAC-FDD6-412C-820D-44914F86CDF5}" srcId="{8D6321BF-2D79-4501-9578-EC470BABD81D}" destId="{28F5E545-1593-410C-9D37-AA74BC075580}" srcOrd="4" destOrd="0" parTransId="{95F5A1E2-1B8D-4059-89D3-1AB4A0A82C5E}" sibTransId="{4BC4A3ED-D659-42D1-9D7C-58DE318FE6E6}"/>
    <dgm:cxn modelId="{ABA615BE-B7F0-47C7-862B-44206B40387B}" type="presOf" srcId="{DE59C960-7D0D-428E-A22C-00A52BA33AD8}" destId="{2A4026D7-8137-41AD-B507-003B1EAD06BD}" srcOrd="0" destOrd="0" presId="urn:microsoft.com/office/officeart/2005/8/layout/chevron1"/>
    <dgm:cxn modelId="{28219E14-C052-4261-9686-6BCAED3038E8}" type="presParOf" srcId="{9AC1224E-6697-4A01-8332-6748CB91F829}" destId="{A178B936-FED3-4A8B-8311-B15C0322D425}" srcOrd="0" destOrd="0" presId="urn:microsoft.com/office/officeart/2005/8/layout/chevron1"/>
    <dgm:cxn modelId="{E2890C8F-1CDD-447D-9406-B10C457ABB2F}" type="presParOf" srcId="{9AC1224E-6697-4A01-8332-6748CB91F829}" destId="{5657E73F-0F41-4919-860F-E4BE783BC679}" srcOrd="1" destOrd="0" presId="urn:microsoft.com/office/officeart/2005/8/layout/chevron1"/>
    <dgm:cxn modelId="{87E2FFA5-CFDA-4C90-B027-FCD6B8D1E214}" type="presParOf" srcId="{9AC1224E-6697-4A01-8332-6748CB91F829}" destId="{7121D421-DA1C-4251-B910-F76FC9F36218}" srcOrd="2" destOrd="0" presId="urn:microsoft.com/office/officeart/2005/8/layout/chevron1"/>
    <dgm:cxn modelId="{D709E9E0-86A9-4419-ABEC-039E8FF5879F}" type="presParOf" srcId="{9AC1224E-6697-4A01-8332-6748CB91F829}" destId="{DE7BB9E5-E68A-45EC-ADC2-7BC9BAAAC2E2}" srcOrd="3" destOrd="0" presId="urn:microsoft.com/office/officeart/2005/8/layout/chevron1"/>
    <dgm:cxn modelId="{53C02F9E-39B7-40EE-A8B3-800070F9D78F}" type="presParOf" srcId="{9AC1224E-6697-4A01-8332-6748CB91F829}" destId="{2A4026D7-8137-41AD-B507-003B1EAD06BD}" srcOrd="4" destOrd="0" presId="urn:microsoft.com/office/officeart/2005/8/layout/chevron1"/>
    <dgm:cxn modelId="{FC134BB0-B1D1-42EE-8A3E-609902CB42FB}" type="presParOf" srcId="{9AC1224E-6697-4A01-8332-6748CB91F829}" destId="{C532F7DF-B60E-4D3B-8218-475E2A849809}" srcOrd="5" destOrd="0" presId="urn:microsoft.com/office/officeart/2005/8/layout/chevron1"/>
    <dgm:cxn modelId="{FE5E2B98-6A3C-400A-8075-055748F2A19C}" type="presParOf" srcId="{9AC1224E-6697-4A01-8332-6748CB91F829}" destId="{DA112368-3EA1-49B3-97B0-28C83A22CB5A}" srcOrd="6" destOrd="0" presId="urn:microsoft.com/office/officeart/2005/8/layout/chevron1"/>
    <dgm:cxn modelId="{66ECCBCC-86B4-4014-8929-71F9B6E846BA}" type="presParOf" srcId="{9AC1224E-6697-4A01-8332-6748CB91F829}" destId="{AD849070-1C36-4164-8792-E8957214D26B}" srcOrd="7" destOrd="0" presId="urn:microsoft.com/office/officeart/2005/8/layout/chevron1"/>
    <dgm:cxn modelId="{D21A973D-5690-4BAB-A73C-31AE3ACB366D}" type="presParOf" srcId="{9AC1224E-6697-4A01-8332-6748CB91F829}" destId="{315A85F2-9345-4746-8B6B-BDF4CE789C68}" srcOrd="8" destOrd="0" presId="urn:microsoft.com/office/officeart/2005/8/layout/chevron1"/>
    <dgm:cxn modelId="{55CA4167-8D85-45D7-9893-746ACD0EAC0B}" type="presParOf" srcId="{9AC1224E-6697-4A01-8332-6748CB91F829}" destId="{85511C3C-F2D3-47F9-A531-7F0065AF5513}" srcOrd="9" destOrd="0" presId="urn:microsoft.com/office/officeart/2005/8/layout/chevron1"/>
    <dgm:cxn modelId="{C3C44D0B-EA55-432D-B802-CDDA42799F42}" type="presParOf" srcId="{9AC1224E-6697-4A01-8332-6748CB91F829}" destId="{4C41F78B-CF4E-4C8E-858B-E469D6D66B37}" srcOrd="10" destOrd="0" presId="urn:microsoft.com/office/officeart/2005/8/layout/chevron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074BC8-3F4A-4BF2-82E2-64CB553758C6}"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n-US"/>
        </a:p>
      </dgm:t>
    </dgm:pt>
    <dgm:pt modelId="{653137A9-992C-42F9-9BE1-DA302D1D6D60}">
      <dgm:prSet phldrT="[Text]" custT="1"/>
      <dgm:spPr>
        <a:solidFill>
          <a:srgbClr val="A7D4B9"/>
        </a:solidFill>
        <a:ln>
          <a:solidFill>
            <a:srgbClr val="104226"/>
          </a:solidFill>
        </a:ln>
      </dgm:spPr>
      <dgm:t>
        <a:bodyPr/>
        <a:lstStyle/>
        <a:p>
          <a:endParaRPr lang="en-US" sz="2000" b="1">
            <a:solidFill>
              <a:srgbClr val="EC6726"/>
            </a:solidFill>
            <a:latin typeface="Poppins" panose="00000500000000000000" pitchFamily="2" charset="0"/>
            <a:cs typeface="Poppins" panose="00000500000000000000" pitchFamily="2" charset="0"/>
          </a:endParaRPr>
        </a:p>
      </dgm:t>
    </dgm:pt>
    <dgm:pt modelId="{6CECD831-A15B-4E0D-BD62-5DA0C24EEBEE}" type="parTrans" cxnId="{4943748A-0D6E-4CE9-8163-459C0C4BA137}">
      <dgm:prSet/>
      <dgm:spPr/>
      <dgm:t>
        <a:bodyPr/>
        <a:lstStyle/>
        <a:p>
          <a:endParaRPr lang="en-US"/>
        </a:p>
      </dgm:t>
    </dgm:pt>
    <dgm:pt modelId="{BA75FFD3-0BB2-4C6D-B409-AC47E25CD723}" type="sibTrans" cxnId="{4943748A-0D6E-4CE9-8163-459C0C4BA137}">
      <dgm:prSet/>
      <dgm:spPr/>
      <dgm:t>
        <a:bodyPr/>
        <a:lstStyle/>
        <a:p>
          <a:endParaRPr lang="en-US"/>
        </a:p>
      </dgm:t>
    </dgm:pt>
    <dgm:pt modelId="{0F83D5B9-6299-4F1A-93DD-82638F99A7A9}">
      <dgm:prSet phldrT="[Text]" custT="1"/>
      <dgm:spPr/>
      <dgm:t>
        <a:bodyPr/>
        <a:lstStyle/>
        <a:p>
          <a:r>
            <a:rPr lang="en-US" sz="1200" b="1">
              <a:solidFill>
                <a:srgbClr val="104226"/>
              </a:solidFill>
              <a:latin typeface="Poppins" panose="00000500000000000000" pitchFamily="2" charset="0"/>
              <a:cs typeface="Poppins" panose="00000500000000000000" pitchFamily="2" charset="0"/>
            </a:rPr>
            <a:t>Product Request GF-0011 </a:t>
          </a:r>
          <a:r>
            <a:rPr lang="en-US" sz="1200" b="0">
              <a:solidFill>
                <a:srgbClr val="104226"/>
              </a:solidFill>
              <a:latin typeface="Poppins" panose="00000500000000000000" pitchFamily="2" charset="0"/>
              <a:cs typeface="Poppins" panose="00000500000000000000" pitchFamily="2" charset="0"/>
            </a:rPr>
            <a:t>must </a:t>
          </a:r>
          <a:r>
            <a:rPr lang="en-US" sz="1200">
              <a:solidFill>
                <a:srgbClr val="104226"/>
              </a:solidFill>
              <a:latin typeface="Poppins" panose="00000500000000000000" pitchFamily="2" charset="0"/>
              <a:cs typeface="Poppins" panose="00000500000000000000" pitchFamily="2" charset="0"/>
            </a:rPr>
            <a:t>be sent for review &amp; get email approval from </a:t>
          </a:r>
          <a:r>
            <a:rPr lang="en-US" sz="1200" b="1">
              <a:solidFill>
                <a:srgbClr val="104226"/>
              </a:solidFill>
              <a:latin typeface="Poppins" panose="00000500000000000000" pitchFamily="2" charset="0"/>
              <a:cs typeface="Poppins" panose="00000500000000000000" pitchFamily="2" charset="0"/>
            </a:rPr>
            <a:t>Mike, Peter, Bryan &amp; Claudia</a:t>
          </a:r>
          <a:r>
            <a:rPr lang="en-US" sz="1200">
              <a:solidFill>
                <a:srgbClr val="104226"/>
              </a:solidFill>
              <a:latin typeface="Poppins" panose="00000500000000000000" pitchFamily="2" charset="0"/>
              <a:cs typeface="Poppins" panose="00000500000000000000" pitchFamily="2" charset="0"/>
            </a:rPr>
            <a:t> before routing in GG.</a:t>
          </a:r>
        </a:p>
        <a:p>
          <a:endParaRPr lang="en-US" sz="1200">
            <a:solidFill>
              <a:srgbClr val="104226"/>
            </a:solidFill>
            <a:latin typeface="Poppins" panose="00000500000000000000" pitchFamily="2" charset="0"/>
            <a:cs typeface="Poppins" panose="00000500000000000000" pitchFamily="2" charset="0"/>
          </a:endParaRPr>
        </a:p>
      </dgm:t>
    </dgm:pt>
    <dgm:pt modelId="{39DFFB89-D063-49A8-82C9-2AD1BC3DD189}" type="parTrans" cxnId="{3F3DE760-5637-4623-AF38-C6DD6E8242CA}">
      <dgm:prSet/>
      <dgm:spPr/>
      <dgm:t>
        <a:bodyPr/>
        <a:lstStyle/>
        <a:p>
          <a:endParaRPr lang="en-US"/>
        </a:p>
      </dgm:t>
    </dgm:pt>
    <dgm:pt modelId="{99EBA68E-725C-406E-AE3B-AA3E14C3E948}" type="sibTrans" cxnId="{3F3DE760-5637-4623-AF38-C6DD6E8242CA}">
      <dgm:prSet/>
      <dgm:spPr/>
      <dgm:t>
        <a:bodyPr/>
        <a:lstStyle/>
        <a:p>
          <a:endParaRPr lang="en-US"/>
        </a:p>
      </dgm:t>
    </dgm:pt>
    <dgm:pt modelId="{4FB043A4-A2C1-4F30-9AF1-53B47B1CEF07}">
      <dgm:prSet phldrT="[Text]" custT="1"/>
      <dgm:spPr>
        <a:solidFill>
          <a:srgbClr val="A7D4B9"/>
        </a:solidFill>
        <a:ln>
          <a:solidFill>
            <a:srgbClr val="104226"/>
          </a:solidFill>
        </a:ln>
      </dgm:spPr>
      <dgm:t>
        <a:bodyPr/>
        <a:lstStyle/>
        <a:p>
          <a:endParaRPr lang="en-US" sz="2000" b="1">
            <a:solidFill>
              <a:srgbClr val="EC6726"/>
            </a:solidFill>
            <a:latin typeface="Poppins" panose="00000500000000000000" pitchFamily="2" charset="0"/>
            <a:cs typeface="Poppins" panose="00000500000000000000" pitchFamily="2" charset="0"/>
          </a:endParaRPr>
        </a:p>
      </dgm:t>
    </dgm:pt>
    <dgm:pt modelId="{35027698-8964-49EB-B990-DCF6B62AA912}" type="parTrans" cxnId="{60FF0AD7-06BF-49FB-907B-1D0554DAFECA}">
      <dgm:prSet/>
      <dgm:spPr/>
      <dgm:t>
        <a:bodyPr/>
        <a:lstStyle/>
        <a:p>
          <a:endParaRPr lang="en-US"/>
        </a:p>
      </dgm:t>
    </dgm:pt>
    <dgm:pt modelId="{C50872CC-528B-48F8-B7E4-3ADB4718F90B}" type="sibTrans" cxnId="{60FF0AD7-06BF-49FB-907B-1D0554DAFECA}">
      <dgm:prSet/>
      <dgm:spPr/>
      <dgm:t>
        <a:bodyPr/>
        <a:lstStyle/>
        <a:p>
          <a:endParaRPr lang="en-US"/>
        </a:p>
      </dgm:t>
    </dgm:pt>
    <dgm:pt modelId="{6FE23121-C0D6-4AC2-9450-462ADDCFF1F9}">
      <dgm:prSet phldrT="[Text]" custT="1"/>
      <dgm:spPr>
        <a:solidFill>
          <a:srgbClr val="A7D4B9"/>
        </a:solidFill>
        <a:ln>
          <a:solidFill>
            <a:srgbClr val="104226"/>
          </a:solidFill>
        </a:ln>
      </dgm:spPr>
      <dgm:t>
        <a:bodyPr/>
        <a:lstStyle/>
        <a:p>
          <a:endParaRPr lang="en-US" sz="2000" b="1">
            <a:solidFill>
              <a:srgbClr val="EC6726"/>
            </a:solidFill>
            <a:latin typeface="Poppins" panose="00000500000000000000" pitchFamily="2" charset="0"/>
            <a:cs typeface="Poppins" panose="00000500000000000000" pitchFamily="2" charset="0"/>
          </a:endParaRPr>
        </a:p>
      </dgm:t>
    </dgm:pt>
    <dgm:pt modelId="{4EB641BA-10BE-4985-BA10-1C6491F39E86}" type="parTrans" cxnId="{E07AEAB0-6A24-4150-8256-AC2D98C89554}">
      <dgm:prSet/>
      <dgm:spPr/>
      <dgm:t>
        <a:bodyPr/>
        <a:lstStyle/>
        <a:p>
          <a:endParaRPr lang="en-US"/>
        </a:p>
      </dgm:t>
    </dgm:pt>
    <dgm:pt modelId="{B51BED98-4ECD-4E3F-AB3C-85CD5A056387}" type="sibTrans" cxnId="{E07AEAB0-6A24-4150-8256-AC2D98C89554}">
      <dgm:prSet/>
      <dgm:spPr/>
      <dgm:t>
        <a:bodyPr/>
        <a:lstStyle/>
        <a:p>
          <a:endParaRPr lang="en-US"/>
        </a:p>
      </dgm:t>
    </dgm:pt>
    <dgm:pt modelId="{3F77E82C-37CE-4F9C-87B7-BE932933AD50}">
      <dgm:prSet phldrT="[Text]" custT="1"/>
      <dgm:spPr/>
      <dgm:t>
        <a:bodyPr/>
        <a:lstStyle/>
        <a:p>
          <a:r>
            <a:rPr lang="en-US" sz="1200" b="1">
              <a:solidFill>
                <a:srgbClr val="104226"/>
              </a:solidFill>
              <a:latin typeface="Poppins" panose="00000500000000000000" pitchFamily="2" charset="0"/>
              <a:cs typeface="Poppins" panose="00000500000000000000" pitchFamily="2" charset="0"/>
            </a:rPr>
            <a:t>Sourcing Lead </a:t>
          </a:r>
          <a:r>
            <a:rPr lang="en-US" sz="1200">
              <a:solidFill>
                <a:srgbClr val="104226"/>
              </a:solidFill>
              <a:latin typeface="Poppins" panose="00000500000000000000" pitchFamily="2" charset="0"/>
              <a:cs typeface="Poppins" panose="00000500000000000000" pitchFamily="2" charset="0"/>
            </a:rPr>
            <a:t>to again present the project progress to </a:t>
          </a:r>
          <a:r>
            <a:rPr lang="en-US" sz="1200" b="1">
              <a:solidFill>
                <a:srgbClr val="104226"/>
              </a:solidFill>
              <a:latin typeface="Poppins" panose="00000500000000000000" pitchFamily="2" charset="0"/>
              <a:cs typeface="Poppins" panose="00000500000000000000" pitchFamily="2" charset="0"/>
            </a:rPr>
            <a:t>NPI Committee </a:t>
          </a:r>
          <a:r>
            <a:rPr lang="en-US" sz="1200">
              <a:solidFill>
                <a:srgbClr val="104226"/>
              </a:solidFill>
              <a:latin typeface="Poppins" panose="00000500000000000000" pitchFamily="2" charset="0"/>
              <a:cs typeface="Poppins" panose="00000500000000000000" pitchFamily="2" charset="0"/>
            </a:rPr>
            <a:t>in Monthly Meeting.</a:t>
          </a:r>
        </a:p>
        <a:p>
          <a:r>
            <a:rPr lang="en-US" sz="1200" b="1">
              <a:solidFill>
                <a:srgbClr val="EC6726"/>
              </a:solidFill>
              <a:latin typeface="Poppins" panose="00000500000000000000" pitchFamily="2" charset="0"/>
              <a:cs typeface="Poppins" panose="00000500000000000000" pitchFamily="2" charset="0"/>
            </a:rPr>
            <a:t>Sourcing Lead </a:t>
          </a:r>
          <a:r>
            <a:rPr lang="en-US" sz="1200" b="0">
              <a:solidFill>
                <a:srgbClr val="104226"/>
              </a:solidFill>
              <a:latin typeface="Poppins" panose="00000500000000000000" pitchFamily="2" charset="0"/>
              <a:cs typeface="Poppins" panose="00000500000000000000" pitchFamily="2" charset="0"/>
            </a:rPr>
            <a:t>must</a:t>
          </a:r>
          <a:r>
            <a:rPr lang="en-US" sz="1200" b="1">
              <a:solidFill>
                <a:srgbClr val="104226"/>
              </a:solidFill>
              <a:latin typeface="Poppins" panose="00000500000000000000" pitchFamily="2" charset="0"/>
              <a:cs typeface="Poppins" panose="00000500000000000000" pitchFamily="2" charset="0"/>
            </a:rPr>
            <a:t> </a:t>
          </a:r>
          <a:r>
            <a:rPr lang="en-US" sz="1200" b="0">
              <a:solidFill>
                <a:srgbClr val="104226"/>
              </a:solidFill>
              <a:latin typeface="Poppins" panose="00000500000000000000" pitchFamily="2" charset="0"/>
              <a:cs typeface="Poppins" panose="00000500000000000000" pitchFamily="2" charset="0"/>
            </a:rPr>
            <a:t>provide</a:t>
          </a:r>
          <a:r>
            <a:rPr lang="en-US" sz="1200" b="1">
              <a:solidFill>
                <a:srgbClr val="104226"/>
              </a:solidFill>
              <a:latin typeface="Poppins" panose="00000500000000000000" pitchFamily="2" charset="0"/>
              <a:cs typeface="Poppins" panose="00000500000000000000" pitchFamily="2" charset="0"/>
            </a:rPr>
            <a:t> Project names &amp; stage </a:t>
          </a:r>
          <a:r>
            <a:rPr lang="en-US" sz="1200" b="0">
              <a:solidFill>
                <a:srgbClr val="104226"/>
              </a:solidFill>
              <a:latin typeface="Poppins" panose="00000500000000000000" pitchFamily="2" charset="0"/>
              <a:cs typeface="Poppins" panose="00000500000000000000" pitchFamily="2" charset="0"/>
            </a:rPr>
            <a:t>they want to present </a:t>
          </a:r>
          <a:r>
            <a:rPr lang="en-US" sz="1200" b="1">
              <a:solidFill>
                <a:srgbClr val="104226"/>
              </a:solidFill>
              <a:latin typeface="Poppins" panose="00000500000000000000" pitchFamily="2" charset="0"/>
              <a:cs typeface="Poppins" panose="00000500000000000000" pitchFamily="2" charset="0"/>
            </a:rPr>
            <a:t>by Week 1 Friday</a:t>
          </a:r>
          <a:r>
            <a:rPr lang="en-US" sz="1200">
              <a:solidFill>
                <a:srgbClr val="104226"/>
              </a:solidFill>
              <a:latin typeface="Poppins" panose="00000500000000000000" pitchFamily="2" charset="0"/>
              <a:cs typeface="Poppins" panose="00000500000000000000" pitchFamily="2" charset="0"/>
            </a:rPr>
            <a:t>.</a:t>
          </a:r>
          <a:endParaRPr lang="en-US" sz="1200"/>
        </a:p>
      </dgm:t>
    </dgm:pt>
    <dgm:pt modelId="{D63C6782-3782-4E04-BEF1-72FC190133A1}" type="parTrans" cxnId="{A4216954-69E2-4B2E-9EFA-3882907270B8}">
      <dgm:prSet/>
      <dgm:spPr/>
      <dgm:t>
        <a:bodyPr/>
        <a:lstStyle/>
        <a:p>
          <a:endParaRPr lang="en-US"/>
        </a:p>
      </dgm:t>
    </dgm:pt>
    <dgm:pt modelId="{76BCC22A-B8AF-43A3-8846-92879CA05FFE}" type="sibTrans" cxnId="{A4216954-69E2-4B2E-9EFA-3882907270B8}">
      <dgm:prSet/>
      <dgm:spPr/>
      <dgm:t>
        <a:bodyPr/>
        <a:lstStyle/>
        <a:p>
          <a:endParaRPr lang="en-US"/>
        </a:p>
      </dgm:t>
    </dgm:pt>
    <dgm:pt modelId="{81CECAE5-2D93-455A-A6A9-4566E3635824}">
      <dgm:prSet phldrT="[Text]" custT="1"/>
      <dgm:spPr>
        <a:solidFill>
          <a:srgbClr val="A7D4B9"/>
        </a:solidFill>
        <a:ln>
          <a:solidFill>
            <a:srgbClr val="104226"/>
          </a:solidFill>
        </a:ln>
      </dgm:spPr>
      <dgm:t>
        <a:bodyPr/>
        <a:lstStyle/>
        <a:p>
          <a:endParaRPr lang="en-US" sz="2000" b="1">
            <a:solidFill>
              <a:srgbClr val="EC6726"/>
            </a:solidFill>
            <a:latin typeface="Poppins" panose="00000500000000000000" pitchFamily="2" charset="0"/>
            <a:cs typeface="Poppins" panose="00000500000000000000" pitchFamily="2" charset="0"/>
          </a:endParaRPr>
        </a:p>
      </dgm:t>
    </dgm:pt>
    <dgm:pt modelId="{E85D85B5-8E9D-4AEF-9682-45A9BC41F329}" type="parTrans" cxnId="{5BFFD0D0-14B5-45EE-86F1-BBD266A3A520}">
      <dgm:prSet/>
      <dgm:spPr/>
      <dgm:t>
        <a:bodyPr/>
        <a:lstStyle/>
        <a:p>
          <a:endParaRPr lang="en-US"/>
        </a:p>
      </dgm:t>
    </dgm:pt>
    <dgm:pt modelId="{D3E6D8B5-452C-4562-A3E3-DEE598BD7804}" type="sibTrans" cxnId="{5BFFD0D0-14B5-45EE-86F1-BBD266A3A520}">
      <dgm:prSet/>
      <dgm:spPr/>
      <dgm:t>
        <a:bodyPr/>
        <a:lstStyle/>
        <a:p>
          <a:endParaRPr lang="en-US"/>
        </a:p>
      </dgm:t>
    </dgm:pt>
    <dgm:pt modelId="{BC966648-C716-41C5-8BC7-9AF05513FB00}">
      <dgm:prSet phldrT="[Text]" custT="1"/>
      <dgm:spPr/>
      <dgm:t>
        <a:bodyPr/>
        <a:lstStyle/>
        <a:p>
          <a:r>
            <a:rPr lang="en-US" sz="1200" b="1">
              <a:solidFill>
                <a:srgbClr val="104226"/>
              </a:solidFill>
              <a:latin typeface="Poppins" panose="00000500000000000000" pitchFamily="2" charset="0"/>
              <a:cs typeface="Poppins" panose="00000500000000000000" pitchFamily="2" charset="0"/>
            </a:rPr>
            <a:t>Sourcing Lead </a:t>
          </a:r>
          <a:r>
            <a:rPr lang="en-US" sz="1200">
              <a:solidFill>
                <a:srgbClr val="104226"/>
              </a:solidFill>
              <a:latin typeface="Poppins" panose="00000500000000000000" pitchFamily="2" charset="0"/>
              <a:cs typeface="Poppins" panose="00000500000000000000" pitchFamily="2" charset="0"/>
            </a:rPr>
            <a:t>to again present the project progress to </a:t>
          </a:r>
          <a:r>
            <a:rPr lang="en-US" sz="1200" b="1">
              <a:solidFill>
                <a:srgbClr val="104226"/>
              </a:solidFill>
              <a:latin typeface="Poppins" panose="00000500000000000000" pitchFamily="2" charset="0"/>
              <a:cs typeface="Poppins" panose="00000500000000000000" pitchFamily="2" charset="0"/>
            </a:rPr>
            <a:t>NPI Committee </a:t>
          </a:r>
          <a:r>
            <a:rPr lang="en-US" sz="1200">
              <a:solidFill>
                <a:srgbClr val="104226"/>
              </a:solidFill>
              <a:latin typeface="Poppins" panose="00000500000000000000" pitchFamily="2" charset="0"/>
              <a:cs typeface="Poppins" panose="00000500000000000000" pitchFamily="2" charset="0"/>
            </a:rPr>
            <a:t>in Monthly Meeting.</a:t>
          </a:r>
        </a:p>
        <a:p>
          <a:r>
            <a:rPr lang="en-US" sz="1200" b="1">
              <a:solidFill>
                <a:srgbClr val="EC6726"/>
              </a:solidFill>
              <a:latin typeface="Poppins" panose="00000500000000000000" pitchFamily="2" charset="0"/>
              <a:cs typeface="Poppins" panose="00000500000000000000" pitchFamily="2" charset="0"/>
            </a:rPr>
            <a:t>Sourcing Lead </a:t>
          </a:r>
          <a:r>
            <a:rPr lang="en-US" sz="1200" b="0">
              <a:solidFill>
                <a:srgbClr val="104226"/>
              </a:solidFill>
              <a:latin typeface="Poppins" panose="00000500000000000000" pitchFamily="2" charset="0"/>
              <a:cs typeface="Poppins" panose="00000500000000000000" pitchFamily="2" charset="0"/>
            </a:rPr>
            <a:t>must</a:t>
          </a:r>
          <a:r>
            <a:rPr lang="en-US" sz="1200" b="1">
              <a:solidFill>
                <a:srgbClr val="104226"/>
              </a:solidFill>
              <a:latin typeface="Poppins" panose="00000500000000000000" pitchFamily="2" charset="0"/>
              <a:cs typeface="Poppins" panose="00000500000000000000" pitchFamily="2" charset="0"/>
            </a:rPr>
            <a:t> </a:t>
          </a:r>
          <a:r>
            <a:rPr lang="en-US" sz="1200" b="0">
              <a:solidFill>
                <a:srgbClr val="104226"/>
              </a:solidFill>
              <a:latin typeface="Poppins" panose="00000500000000000000" pitchFamily="2" charset="0"/>
              <a:cs typeface="Poppins" panose="00000500000000000000" pitchFamily="2" charset="0"/>
            </a:rPr>
            <a:t>provide</a:t>
          </a:r>
          <a:r>
            <a:rPr lang="en-US" sz="1200" b="1">
              <a:solidFill>
                <a:srgbClr val="104226"/>
              </a:solidFill>
              <a:latin typeface="Poppins" panose="00000500000000000000" pitchFamily="2" charset="0"/>
              <a:cs typeface="Poppins" panose="00000500000000000000" pitchFamily="2" charset="0"/>
            </a:rPr>
            <a:t> Project names &amp; stage </a:t>
          </a:r>
          <a:r>
            <a:rPr lang="en-US" sz="1200" b="0">
              <a:solidFill>
                <a:srgbClr val="104226"/>
              </a:solidFill>
              <a:latin typeface="Poppins" panose="00000500000000000000" pitchFamily="2" charset="0"/>
              <a:cs typeface="Poppins" panose="00000500000000000000" pitchFamily="2" charset="0"/>
            </a:rPr>
            <a:t>they want to present </a:t>
          </a:r>
          <a:r>
            <a:rPr lang="en-US" sz="1200" b="1">
              <a:solidFill>
                <a:srgbClr val="104226"/>
              </a:solidFill>
              <a:latin typeface="Poppins" panose="00000500000000000000" pitchFamily="2" charset="0"/>
              <a:cs typeface="Poppins" panose="00000500000000000000" pitchFamily="2" charset="0"/>
            </a:rPr>
            <a:t>by Week 1 Friday</a:t>
          </a:r>
          <a:r>
            <a:rPr lang="en-US" sz="1200">
              <a:solidFill>
                <a:srgbClr val="104226"/>
              </a:solidFill>
              <a:latin typeface="Poppins" panose="00000500000000000000" pitchFamily="2" charset="0"/>
              <a:cs typeface="Poppins" panose="00000500000000000000" pitchFamily="2" charset="0"/>
            </a:rPr>
            <a:t>.</a:t>
          </a:r>
          <a:endParaRPr lang="en-US" sz="1200"/>
        </a:p>
      </dgm:t>
    </dgm:pt>
    <dgm:pt modelId="{1877480C-29A1-487C-AD8B-C2318EA69BE7}" type="parTrans" cxnId="{34707864-1B30-44C2-B6C4-5864981275C5}">
      <dgm:prSet/>
      <dgm:spPr/>
      <dgm:t>
        <a:bodyPr/>
        <a:lstStyle/>
        <a:p>
          <a:endParaRPr lang="en-US"/>
        </a:p>
      </dgm:t>
    </dgm:pt>
    <dgm:pt modelId="{7797B904-F2CD-47FA-A0C6-2F99F43C6F49}" type="sibTrans" cxnId="{34707864-1B30-44C2-B6C4-5864981275C5}">
      <dgm:prSet/>
      <dgm:spPr/>
      <dgm:t>
        <a:bodyPr/>
        <a:lstStyle/>
        <a:p>
          <a:endParaRPr lang="en-US"/>
        </a:p>
      </dgm:t>
    </dgm:pt>
    <dgm:pt modelId="{1C961100-5A72-467D-81AD-B700E5CEA72D}">
      <dgm:prSet phldrT="[Text]" custT="1"/>
      <dgm:spPr/>
      <dgm:t>
        <a:bodyPr/>
        <a:lstStyle/>
        <a:p>
          <a:r>
            <a:rPr lang="en-US" sz="1200" b="1">
              <a:solidFill>
                <a:srgbClr val="104226"/>
              </a:solidFill>
              <a:latin typeface="Poppins" panose="00000500000000000000" pitchFamily="2" charset="0"/>
              <a:cs typeface="Poppins" panose="00000500000000000000" pitchFamily="2" charset="0"/>
            </a:rPr>
            <a:t>Sourcing Lead </a:t>
          </a:r>
          <a:r>
            <a:rPr lang="en-US" sz="1200">
              <a:solidFill>
                <a:srgbClr val="104226"/>
              </a:solidFill>
              <a:latin typeface="Poppins" panose="00000500000000000000" pitchFamily="2" charset="0"/>
              <a:cs typeface="Poppins" panose="00000500000000000000" pitchFamily="2" charset="0"/>
            </a:rPr>
            <a:t>to present the project progress to </a:t>
          </a:r>
          <a:r>
            <a:rPr lang="en-US" sz="1200" b="1">
              <a:solidFill>
                <a:srgbClr val="104226"/>
              </a:solidFill>
              <a:latin typeface="Poppins" panose="00000500000000000000" pitchFamily="2" charset="0"/>
              <a:cs typeface="Poppins" panose="00000500000000000000" pitchFamily="2" charset="0"/>
            </a:rPr>
            <a:t>NPI Committee </a:t>
          </a:r>
          <a:r>
            <a:rPr lang="en-US" sz="1200">
              <a:solidFill>
                <a:srgbClr val="104226"/>
              </a:solidFill>
              <a:latin typeface="Poppins" panose="00000500000000000000" pitchFamily="2" charset="0"/>
              <a:cs typeface="Poppins" panose="00000500000000000000" pitchFamily="2" charset="0"/>
            </a:rPr>
            <a:t>in Monthly Meeting.</a:t>
          </a:r>
        </a:p>
        <a:p>
          <a:r>
            <a:rPr lang="en-US" sz="1200" b="1">
              <a:solidFill>
                <a:srgbClr val="EC6726"/>
              </a:solidFill>
              <a:latin typeface="Poppins" panose="00000500000000000000" pitchFamily="2" charset="0"/>
              <a:cs typeface="Poppins" panose="00000500000000000000" pitchFamily="2" charset="0"/>
            </a:rPr>
            <a:t>Sourcing Lead </a:t>
          </a:r>
          <a:r>
            <a:rPr lang="en-US" sz="1200" b="0">
              <a:solidFill>
                <a:srgbClr val="104226"/>
              </a:solidFill>
              <a:latin typeface="Poppins" panose="00000500000000000000" pitchFamily="2" charset="0"/>
              <a:cs typeface="Poppins" panose="00000500000000000000" pitchFamily="2" charset="0"/>
            </a:rPr>
            <a:t>must</a:t>
          </a:r>
          <a:r>
            <a:rPr lang="en-US" sz="1200" b="1">
              <a:solidFill>
                <a:srgbClr val="104226"/>
              </a:solidFill>
              <a:latin typeface="Poppins" panose="00000500000000000000" pitchFamily="2" charset="0"/>
              <a:cs typeface="Poppins" panose="00000500000000000000" pitchFamily="2" charset="0"/>
            </a:rPr>
            <a:t> </a:t>
          </a:r>
          <a:r>
            <a:rPr lang="en-US" sz="1200" b="0">
              <a:solidFill>
                <a:srgbClr val="104226"/>
              </a:solidFill>
              <a:latin typeface="Poppins" panose="00000500000000000000" pitchFamily="2" charset="0"/>
              <a:cs typeface="Poppins" panose="00000500000000000000" pitchFamily="2" charset="0"/>
            </a:rPr>
            <a:t>provide</a:t>
          </a:r>
          <a:r>
            <a:rPr lang="en-US" sz="1200" b="1">
              <a:solidFill>
                <a:srgbClr val="104226"/>
              </a:solidFill>
              <a:latin typeface="Poppins" panose="00000500000000000000" pitchFamily="2" charset="0"/>
              <a:cs typeface="Poppins" panose="00000500000000000000" pitchFamily="2" charset="0"/>
            </a:rPr>
            <a:t> Project names &amp; stage </a:t>
          </a:r>
          <a:r>
            <a:rPr lang="en-US" sz="1200" b="0">
              <a:solidFill>
                <a:srgbClr val="104226"/>
              </a:solidFill>
              <a:latin typeface="Poppins" panose="00000500000000000000" pitchFamily="2" charset="0"/>
              <a:cs typeface="Poppins" panose="00000500000000000000" pitchFamily="2" charset="0"/>
            </a:rPr>
            <a:t>they want to present </a:t>
          </a:r>
          <a:r>
            <a:rPr lang="en-US" sz="1200" b="1">
              <a:solidFill>
                <a:srgbClr val="104226"/>
              </a:solidFill>
              <a:latin typeface="Poppins" panose="00000500000000000000" pitchFamily="2" charset="0"/>
              <a:cs typeface="Poppins" panose="00000500000000000000" pitchFamily="2" charset="0"/>
            </a:rPr>
            <a:t>by Week 1 Friday</a:t>
          </a:r>
          <a:r>
            <a:rPr lang="en-US" sz="1200">
              <a:solidFill>
                <a:srgbClr val="104226"/>
              </a:solidFill>
              <a:latin typeface="Poppins" panose="00000500000000000000" pitchFamily="2" charset="0"/>
              <a:cs typeface="Poppins" panose="00000500000000000000" pitchFamily="2" charset="0"/>
            </a:rPr>
            <a:t>.</a:t>
          </a:r>
        </a:p>
      </dgm:t>
    </dgm:pt>
    <dgm:pt modelId="{FED7CE69-E5A7-445F-A9E4-606D544257E6}" type="sibTrans" cxnId="{086AF2B1-267E-4D43-B8CD-FE77D7276A96}">
      <dgm:prSet/>
      <dgm:spPr/>
      <dgm:t>
        <a:bodyPr/>
        <a:lstStyle/>
        <a:p>
          <a:endParaRPr lang="en-US"/>
        </a:p>
      </dgm:t>
    </dgm:pt>
    <dgm:pt modelId="{6F2659B1-817C-4BFE-8946-2186CF7E758D}" type="parTrans" cxnId="{086AF2B1-267E-4D43-B8CD-FE77D7276A96}">
      <dgm:prSet/>
      <dgm:spPr/>
      <dgm:t>
        <a:bodyPr/>
        <a:lstStyle/>
        <a:p>
          <a:endParaRPr lang="en-US"/>
        </a:p>
      </dgm:t>
    </dgm:pt>
    <dgm:pt modelId="{14CB95B9-E8D4-4BCB-8C54-33416B2C783D}" type="pres">
      <dgm:prSet presAssocID="{5F074BC8-3F4A-4BF2-82E2-64CB553758C6}" presName="Name0" presStyleCnt="0">
        <dgm:presLayoutVars>
          <dgm:dir/>
          <dgm:animLvl val="lvl"/>
          <dgm:resizeHandles val="exact"/>
        </dgm:presLayoutVars>
      </dgm:prSet>
      <dgm:spPr/>
    </dgm:pt>
    <dgm:pt modelId="{833B16D5-36BD-4792-9AEC-313CA6B20C0D}" type="pres">
      <dgm:prSet presAssocID="{653137A9-992C-42F9-9BE1-DA302D1D6D60}" presName="compositeNode" presStyleCnt="0">
        <dgm:presLayoutVars>
          <dgm:bulletEnabled val="1"/>
        </dgm:presLayoutVars>
      </dgm:prSet>
      <dgm:spPr/>
    </dgm:pt>
    <dgm:pt modelId="{B90A368F-ED42-4763-B284-1EDBF7BB28BA}" type="pres">
      <dgm:prSet presAssocID="{653137A9-992C-42F9-9BE1-DA302D1D6D60}" presName="bgRect" presStyleLbl="node1" presStyleIdx="0" presStyleCnt="4"/>
      <dgm:spPr/>
    </dgm:pt>
    <dgm:pt modelId="{67F2B9DB-0773-40BA-BB04-C2A274774391}" type="pres">
      <dgm:prSet presAssocID="{653137A9-992C-42F9-9BE1-DA302D1D6D60}" presName="parentNode" presStyleLbl="node1" presStyleIdx="0" presStyleCnt="4">
        <dgm:presLayoutVars>
          <dgm:chMax val="0"/>
          <dgm:bulletEnabled val="1"/>
        </dgm:presLayoutVars>
      </dgm:prSet>
      <dgm:spPr/>
    </dgm:pt>
    <dgm:pt modelId="{415A6834-C482-4F89-9588-384CF4E7DDF5}" type="pres">
      <dgm:prSet presAssocID="{653137A9-992C-42F9-9BE1-DA302D1D6D60}" presName="childNode" presStyleLbl="node1" presStyleIdx="0" presStyleCnt="4">
        <dgm:presLayoutVars>
          <dgm:bulletEnabled val="1"/>
        </dgm:presLayoutVars>
      </dgm:prSet>
      <dgm:spPr/>
    </dgm:pt>
    <dgm:pt modelId="{4B6EE571-3391-4E54-B860-E727DEB3CBC7}" type="pres">
      <dgm:prSet presAssocID="{BA75FFD3-0BB2-4C6D-B409-AC47E25CD723}" presName="hSp" presStyleCnt="0"/>
      <dgm:spPr/>
    </dgm:pt>
    <dgm:pt modelId="{F592ACB5-DA58-4456-9B60-D46D6EF739E9}" type="pres">
      <dgm:prSet presAssocID="{BA75FFD3-0BB2-4C6D-B409-AC47E25CD723}" presName="vProcSp" presStyleCnt="0"/>
      <dgm:spPr/>
    </dgm:pt>
    <dgm:pt modelId="{DF7FC00A-2142-43D1-9AE6-343BC68139C4}" type="pres">
      <dgm:prSet presAssocID="{BA75FFD3-0BB2-4C6D-B409-AC47E25CD723}" presName="vSp1" presStyleCnt="0"/>
      <dgm:spPr/>
    </dgm:pt>
    <dgm:pt modelId="{7EE1A06B-E70A-4569-8AD1-0F303E37E63D}" type="pres">
      <dgm:prSet presAssocID="{BA75FFD3-0BB2-4C6D-B409-AC47E25CD723}" presName="simulatedConn" presStyleLbl="solidFgAcc1" presStyleIdx="0" presStyleCnt="3"/>
      <dgm:spPr>
        <a:solidFill>
          <a:srgbClr val="104226"/>
        </a:solidFill>
        <a:ln>
          <a:solidFill>
            <a:srgbClr val="104226"/>
          </a:solidFill>
        </a:ln>
      </dgm:spPr>
    </dgm:pt>
    <dgm:pt modelId="{D0C3CE5B-199B-410C-AA25-3ED3E0F9ED48}" type="pres">
      <dgm:prSet presAssocID="{BA75FFD3-0BB2-4C6D-B409-AC47E25CD723}" presName="vSp2" presStyleCnt="0"/>
      <dgm:spPr/>
    </dgm:pt>
    <dgm:pt modelId="{8AC6F68E-8CA6-41CB-B7B3-80DB57C78E9B}" type="pres">
      <dgm:prSet presAssocID="{BA75FFD3-0BB2-4C6D-B409-AC47E25CD723}" presName="sibTrans" presStyleCnt="0"/>
      <dgm:spPr/>
    </dgm:pt>
    <dgm:pt modelId="{00A1E45E-3B03-455C-B706-8F65920E7FC8}" type="pres">
      <dgm:prSet presAssocID="{4FB043A4-A2C1-4F30-9AF1-53B47B1CEF07}" presName="compositeNode" presStyleCnt="0">
        <dgm:presLayoutVars>
          <dgm:bulletEnabled val="1"/>
        </dgm:presLayoutVars>
      </dgm:prSet>
      <dgm:spPr/>
    </dgm:pt>
    <dgm:pt modelId="{F9F7FEA5-4062-460C-8250-8605A494AC77}" type="pres">
      <dgm:prSet presAssocID="{4FB043A4-A2C1-4F30-9AF1-53B47B1CEF07}" presName="bgRect" presStyleLbl="node1" presStyleIdx="1" presStyleCnt="4"/>
      <dgm:spPr/>
    </dgm:pt>
    <dgm:pt modelId="{DE81B6C3-4420-4ED0-B8B7-76FD0B11A07E}" type="pres">
      <dgm:prSet presAssocID="{4FB043A4-A2C1-4F30-9AF1-53B47B1CEF07}" presName="parentNode" presStyleLbl="node1" presStyleIdx="1" presStyleCnt="4">
        <dgm:presLayoutVars>
          <dgm:chMax val="0"/>
          <dgm:bulletEnabled val="1"/>
        </dgm:presLayoutVars>
      </dgm:prSet>
      <dgm:spPr/>
    </dgm:pt>
    <dgm:pt modelId="{08A5EC52-CD5C-4894-90E4-9F18E74C35F9}" type="pres">
      <dgm:prSet presAssocID="{4FB043A4-A2C1-4F30-9AF1-53B47B1CEF07}" presName="childNode" presStyleLbl="node1" presStyleIdx="1" presStyleCnt="4">
        <dgm:presLayoutVars>
          <dgm:bulletEnabled val="1"/>
        </dgm:presLayoutVars>
      </dgm:prSet>
      <dgm:spPr/>
    </dgm:pt>
    <dgm:pt modelId="{259C1E0B-1A9E-446F-8240-746E8E5B12D2}" type="pres">
      <dgm:prSet presAssocID="{C50872CC-528B-48F8-B7E4-3ADB4718F90B}" presName="hSp" presStyleCnt="0"/>
      <dgm:spPr/>
    </dgm:pt>
    <dgm:pt modelId="{E8D5DC0D-B18C-4F85-BC49-A7606B534EDF}" type="pres">
      <dgm:prSet presAssocID="{C50872CC-528B-48F8-B7E4-3ADB4718F90B}" presName="vProcSp" presStyleCnt="0"/>
      <dgm:spPr/>
    </dgm:pt>
    <dgm:pt modelId="{F7782EEC-4974-472A-873D-5E5BF01B09FF}" type="pres">
      <dgm:prSet presAssocID="{C50872CC-528B-48F8-B7E4-3ADB4718F90B}" presName="vSp1" presStyleCnt="0"/>
      <dgm:spPr/>
    </dgm:pt>
    <dgm:pt modelId="{59F6AE01-BB5A-4238-BAF2-5FB9959B2596}" type="pres">
      <dgm:prSet presAssocID="{C50872CC-528B-48F8-B7E4-3ADB4718F90B}" presName="simulatedConn" presStyleLbl="solidFgAcc1" presStyleIdx="1" presStyleCnt="3"/>
      <dgm:spPr>
        <a:solidFill>
          <a:srgbClr val="104226"/>
        </a:solidFill>
        <a:ln>
          <a:solidFill>
            <a:srgbClr val="104226"/>
          </a:solidFill>
        </a:ln>
      </dgm:spPr>
    </dgm:pt>
    <dgm:pt modelId="{1AAAB9DE-5A40-4748-AB45-54831DC5DBEC}" type="pres">
      <dgm:prSet presAssocID="{C50872CC-528B-48F8-B7E4-3ADB4718F90B}" presName="vSp2" presStyleCnt="0"/>
      <dgm:spPr/>
    </dgm:pt>
    <dgm:pt modelId="{51F1CB46-8029-43E3-94A7-B7D5DA24B341}" type="pres">
      <dgm:prSet presAssocID="{C50872CC-528B-48F8-B7E4-3ADB4718F90B}" presName="sibTrans" presStyleCnt="0"/>
      <dgm:spPr/>
    </dgm:pt>
    <dgm:pt modelId="{39140F27-DA2F-4140-B373-2EABF12F9D2A}" type="pres">
      <dgm:prSet presAssocID="{6FE23121-C0D6-4AC2-9450-462ADDCFF1F9}" presName="compositeNode" presStyleCnt="0">
        <dgm:presLayoutVars>
          <dgm:bulletEnabled val="1"/>
        </dgm:presLayoutVars>
      </dgm:prSet>
      <dgm:spPr/>
    </dgm:pt>
    <dgm:pt modelId="{8BF05ADA-6D59-43EC-B14F-A5316BB9A4E2}" type="pres">
      <dgm:prSet presAssocID="{6FE23121-C0D6-4AC2-9450-462ADDCFF1F9}" presName="bgRect" presStyleLbl="node1" presStyleIdx="2" presStyleCnt="4"/>
      <dgm:spPr/>
    </dgm:pt>
    <dgm:pt modelId="{A0190605-9DFE-4D36-B661-936AD7242567}" type="pres">
      <dgm:prSet presAssocID="{6FE23121-C0D6-4AC2-9450-462ADDCFF1F9}" presName="parentNode" presStyleLbl="node1" presStyleIdx="2" presStyleCnt="4">
        <dgm:presLayoutVars>
          <dgm:chMax val="0"/>
          <dgm:bulletEnabled val="1"/>
        </dgm:presLayoutVars>
      </dgm:prSet>
      <dgm:spPr/>
    </dgm:pt>
    <dgm:pt modelId="{009B3AB3-01A4-488E-A0ED-88A093BFAD41}" type="pres">
      <dgm:prSet presAssocID="{6FE23121-C0D6-4AC2-9450-462ADDCFF1F9}" presName="childNode" presStyleLbl="node1" presStyleIdx="2" presStyleCnt="4">
        <dgm:presLayoutVars>
          <dgm:bulletEnabled val="1"/>
        </dgm:presLayoutVars>
      </dgm:prSet>
      <dgm:spPr/>
    </dgm:pt>
    <dgm:pt modelId="{D3C1F2BE-26A3-4C1E-B836-A33CEC1AE3D1}" type="pres">
      <dgm:prSet presAssocID="{B51BED98-4ECD-4E3F-AB3C-85CD5A056387}" presName="hSp" presStyleCnt="0"/>
      <dgm:spPr/>
    </dgm:pt>
    <dgm:pt modelId="{74FB5041-CD31-49C5-80CA-F7F5628F4799}" type="pres">
      <dgm:prSet presAssocID="{B51BED98-4ECD-4E3F-AB3C-85CD5A056387}" presName="vProcSp" presStyleCnt="0"/>
      <dgm:spPr/>
    </dgm:pt>
    <dgm:pt modelId="{B9B7BC00-8A35-4CDC-AB38-2E12203228FB}" type="pres">
      <dgm:prSet presAssocID="{B51BED98-4ECD-4E3F-AB3C-85CD5A056387}" presName="vSp1" presStyleCnt="0"/>
      <dgm:spPr/>
    </dgm:pt>
    <dgm:pt modelId="{940C395C-A415-45AD-9254-6AF2D37BAA6D}" type="pres">
      <dgm:prSet presAssocID="{B51BED98-4ECD-4E3F-AB3C-85CD5A056387}" presName="simulatedConn" presStyleLbl="solidFgAcc1" presStyleIdx="2" presStyleCnt="3"/>
      <dgm:spPr>
        <a:solidFill>
          <a:srgbClr val="104226"/>
        </a:solidFill>
        <a:ln>
          <a:solidFill>
            <a:srgbClr val="104226"/>
          </a:solidFill>
        </a:ln>
      </dgm:spPr>
    </dgm:pt>
    <dgm:pt modelId="{8B990A79-1E17-40CB-BB29-CEAC656B6C74}" type="pres">
      <dgm:prSet presAssocID="{B51BED98-4ECD-4E3F-AB3C-85CD5A056387}" presName="vSp2" presStyleCnt="0"/>
      <dgm:spPr/>
    </dgm:pt>
    <dgm:pt modelId="{9259479E-B534-49C7-B76F-DE3BACD0A263}" type="pres">
      <dgm:prSet presAssocID="{B51BED98-4ECD-4E3F-AB3C-85CD5A056387}" presName="sibTrans" presStyleCnt="0"/>
      <dgm:spPr/>
    </dgm:pt>
    <dgm:pt modelId="{278FE3D8-235C-4F7B-AB7E-0BC1FC54551A}" type="pres">
      <dgm:prSet presAssocID="{81CECAE5-2D93-455A-A6A9-4566E3635824}" presName="compositeNode" presStyleCnt="0">
        <dgm:presLayoutVars>
          <dgm:bulletEnabled val="1"/>
        </dgm:presLayoutVars>
      </dgm:prSet>
      <dgm:spPr/>
    </dgm:pt>
    <dgm:pt modelId="{B5D9B3AE-785C-493B-B730-F246AF46F257}" type="pres">
      <dgm:prSet presAssocID="{81CECAE5-2D93-455A-A6A9-4566E3635824}" presName="bgRect" presStyleLbl="node1" presStyleIdx="3" presStyleCnt="4" custLinFactNeighborX="234"/>
      <dgm:spPr/>
    </dgm:pt>
    <dgm:pt modelId="{E1D7DF46-18A5-4E89-8D8E-704C41151FDC}" type="pres">
      <dgm:prSet presAssocID="{81CECAE5-2D93-455A-A6A9-4566E3635824}" presName="parentNode" presStyleLbl="node1" presStyleIdx="3" presStyleCnt="4">
        <dgm:presLayoutVars>
          <dgm:chMax val="0"/>
          <dgm:bulletEnabled val="1"/>
        </dgm:presLayoutVars>
      </dgm:prSet>
      <dgm:spPr/>
    </dgm:pt>
    <dgm:pt modelId="{5A34BD22-042C-4642-87B4-4C3A42427DF6}" type="pres">
      <dgm:prSet presAssocID="{81CECAE5-2D93-455A-A6A9-4566E3635824}" presName="childNode" presStyleLbl="node1" presStyleIdx="3" presStyleCnt="4">
        <dgm:presLayoutVars>
          <dgm:bulletEnabled val="1"/>
        </dgm:presLayoutVars>
      </dgm:prSet>
      <dgm:spPr/>
    </dgm:pt>
  </dgm:ptLst>
  <dgm:cxnLst>
    <dgm:cxn modelId="{148AA417-4127-45FE-8B0F-DE2F9094284C}" type="presOf" srcId="{653137A9-992C-42F9-9BE1-DA302D1D6D60}" destId="{B90A368F-ED42-4763-B284-1EDBF7BB28BA}" srcOrd="0" destOrd="0" presId="urn:microsoft.com/office/officeart/2005/8/layout/hProcess7"/>
    <dgm:cxn modelId="{84676D1C-EC31-415D-BFDC-7513B38E5BE5}" type="presOf" srcId="{6FE23121-C0D6-4AC2-9450-462ADDCFF1F9}" destId="{A0190605-9DFE-4D36-B661-936AD7242567}" srcOrd="1" destOrd="0" presId="urn:microsoft.com/office/officeart/2005/8/layout/hProcess7"/>
    <dgm:cxn modelId="{39BEE437-D592-4842-990A-8DF36E5CB2F6}" type="presOf" srcId="{4FB043A4-A2C1-4F30-9AF1-53B47B1CEF07}" destId="{DE81B6C3-4420-4ED0-B8B7-76FD0B11A07E}" srcOrd="1" destOrd="0" presId="urn:microsoft.com/office/officeart/2005/8/layout/hProcess7"/>
    <dgm:cxn modelId="{2203265E-F8D5-462D-A99E-E94CD387A409}" type="presOf" srcId="{6FE23121-C0D6-4AC2-9450-462ADDCFF1F9}" destId="{8BF05ADA-6D59-43EC-B14F-A5316BB9A4E2}" srcOrd="0" destOrd="0" presId="urn:microsoft.com/office/officeart/2005/8/layout/hProcess7"/>
    <dgm:cxn modelId="{49ACD85F-81B3-4567-B173-C549521D8349}" type="presOf" srcId="{81CECAE5-2D93-455A-A6A9-4566E3635824}" destId="{E1D7DF46-18A5-4E89-8D8E-704C41151FDC}" srcOrd="1" destOrd="0" presId="urn:microsoft.com/office/officeart/2005/8/layout/hProcess7"/>
    <dgm:cxn modelId="{3F3DE760-5637-4623-AF38-C6DD6E8242CA}" srcId="{653137A9-992C-42F9-9BE1-DA302D1D6D60}" destId="{0F83D5B9-6299-4F1A-93DD-82638F99A7A9}" srcOrd="0" destOrd="0" parTransId="{39DFFB89-D063-49A8-82C9-2AD1BC3DD189}" sibTransId="{99EBA68E-725C-406E-AE3B-AA3E14C3E948}"/>
    <dgm:cxn modelId="{393A0242-5803-48B6-AD63-EED8713BF647}" type="presOf" srcId="{653137A9-992C-42F9-9BE1-DA302D1D6D60}" destId="{67F2B9DB-0773-40BA-BB04-C2A274774391}" srcOrd="1" destOrd="0" presId="urn:microsoft.com/office/officeart/2005/8/layout/hProcess7"/>
    <dgm:cxn modelId="{34707864-1B30-44C2-B6C4-5864981275C5}" srcId="{81CECAE5-2D93-455A-A6A9-4566E3635824}" destId="{BC966648-C716-41C5-8BC7-9AF05513FB00}" srcOrd="0" destOrd="0" parTransId="{1877480C-29A1-487C-AD8B-C2318EA69BE7}" sibTransId="{7797B904-F2CD-47FA-A0C6-2F99F43C6F49}"/>
    <dgm:cxn modelId="{1A1DBB44-8F81-44F8-98C0-F4A0D9DAE13E}" type="presOf" srcId="{BC966648-C716-41C5-8BC7-9AF05513FB00}" destId="{5A34BD22-042C-4642-87B4-4C3A42427DF6}" srcOrd="0" destOrd="0" presId="urn:microsoft.com/office/officeart/2005/8/layout/hProcess7"/>
    <dgm:cxn modelId="{AC20D34E-FC1E-4AF0-B5E1-B2A74A5CFB64}" type="presOf" srcId="{4FB043A4-A2C1-4F30-9AF1-53B47B1CEF07}" destId="{F9F7FEA5-4062-460C-8250-8605A494AC77}" srcOrd="0" destOrd="0" presId="urn:microsoft.com/office/officeart/2005/8/layout/hProcess7"/>
    <dgm:cxn modelId="{A4216954-69E2-4B2E-9EFA-3882907270B8}" srcId="{6FE23121-C0D6-4AC2-9450-462ADDCFF1F9}" destId="{3F77E82C-37CE-4F9C-87B7-BE932933AD50}" srcOrd="0" destOrd="0" parTransId="{D63C6782-3782-4E04-BEF1-72FC190133A1}" sibTransId="{76BCC22A-B8AF-43A3-8846-92879CA05FFE}"/>
    <dgm:cxn modelId="{4943748A-0D6E-4CE9-8163-459C0C4BA137}" srcId="{5F074BC8-3F4A-4BF2-82E2-64CB553758C6}" destId="{653137A9-992C-42F9-9BE1-DA302D1D6D60}" srcOrd="0" destOrd="0" parTransId="{6CECD831-A15B-4E0D-BD62-5DA0C24EEBEE}" sibTransId="{BA75FFD3-0BB2-4C6D-B409-AC47E25CD723}"/>
    <dgm:cxn modelId="{FB218892-C212-4F47-969F-5DCD2BB30CA4}" type="presOf" srcId="{3F77E82C-37CE-4F9C-87B7-BE932933AD50}" destId="{009B3AB3-01A4-488E-A0ED-88A093BFAD41}" srcOrd="0" destOrd="0" presId="urn:microsoft.com/office/officeart/2005/8/layout/hProcess7"/>
    <dgm:cxn modelId="{EB143798-A82A-48B3-B6A2-FA402DAF1B02}" type="presOf" srcId="{81CECAE5-2D93-455A-A6A9-4566E3635824}" destId="{B5D9B3AE-785C-493B-B730-F246AF46F257}" srcOrd="0" destOrd="0" presId="urn:microsoft.com/office/officeart/2005/8/layout/hProcess7"/>
    <dgm:cxn modelId="{8A116C9C-D4F5-4A3C-B953-C4AF4AD535ED}" type="presOf" srcId="{0F83D5B9-6299-4F1A-93DD-82638F99A7A9}" destId="{415A6834-C482-4F89-9588-384CF4E7DDF5}" srcOrd="0" destOrd="0" presId="urn:microsoft.com/office/officeart/2005/8/layout/hProcess7"/>
    <dgm:cxn modelId="{3F0AB8AF-9BD4-4E5B-8043-8EA496845165}" type="presOf" srcId="{5F074BC8-3F4A-4BF2-82E2-64CB553758C6}" destId="{14CB95B9-E8D4-4BCB-8C54-33416B2C783D}" srcOrd="0" destOrd="0" presId="urn:microsoft.com/office/officeart/2005/8/layout/hProcess7"/>
    <dgm:cxn modelId="{E07AEAB0-6A24-4150-8256-AC2D98C89554}" srcId="{5F074BC8-3F4A-4BF2-82E2-64CB553758C6}" destId="{6FE23121-C0D6-4AC2-9450-462ADDCFF1F9}" srcOrd="2" destOrd="0" parTransId="{4EB641BA-10BE-4985-BA10-1C6491F39E86}" sibTransId="{B51BED98-4ECD-4E3F-AB3C-85CD5A056387}"/>
    <dgm:cxn modelId="{086AF2B1-267E-4D43-B8CD-FE77D7276A96}" srcId="{4FB043A4-A2C1-4F30-9AF1-53B47B1CEF07}" destId="{1C961100-5A72-467D-81AD-B700E5CEA72D}" srcOrd="0" destOrd="0" parTransId="{6F2659B1-817C-4BFE-8946-2186CF7E758D}" sibTransId="{FED7CE69-E5A7-445F-A9E4-606D544257E6}"/>
    <dgm:cxn modelId="{5BFFD0D0-14B5-45EE-86F1-BBD266A3A520}" srcId="{5F074BC8-3F4A-4BF2-82E2-64CB553758C6}" destId="{81CECAE5-2D93-455A-A6A9-4566E3635824}" srcOrd="3" destOrd="0" parTransId="{E85D85B5-8E9D-4AEF-9682-45A9BC41F329}" sibTransId="{D3E6D8B5-452C-4562-A3E3-DEE598BD7804}"/>
    <dgm:cxn modelId="{60FF0AD7-06BF-49FB-907B-1D0554DAFECA}" srcId="{5F074BC8-3F4A-4BF2-82E2-64CB553758C6}" destId="{4FB043A4-A2C1-4F30-9AF1-53B47B1CEF07}" srcOrd="1" destOrd="0" parTransId="{35027698-8964-49EB-B990-DCF6B62AA912}" sibTransId="{C50872CC-528B-48F8-B7E4-3ADB4718F90B}"/>
    <dgm:cxn modelId="{F8D1E8F8-60F9-494F-A4E5-54D10DA9658A}" type="presOf" srcId="{1C961100-5A72-467D-81AD-B700E5CEA72D}" destId="{08A5EC52-CD5C-4894-90E4-9F18E74C35F9}" srcOrd="0" destOrd="0" presId="urn:microsoft.com/office/officeart/2005/8/layout/hProcess7"/>
    <dgm:cxn modelId="{800CF1EC-5FA8-4E27-B611-643B19F11259}" type="presParOf" srcId="{14CB95B9-E8D4-4BCB-8C54-33416B2C783D}" destId="{833B16D5-36BD-4792-9AEC-313CA6B20C0D}" srcOrd="0" destOrd="0" presId="urn:microsoft.com/office/officeart/2005/8/layout/hProcess7"/>
    <dgm:cxn modelId="{DB221A97-3A24-4360-AAD9-BA1C4067D76D}" type="presParOf" srcId="{833B16D5-36BD-4792-9AEC-313CA6B20C0D}" destId="{B90A368F-ED42-4763-B284-1EDBF7BB28BA}" srcOrd="0" destOrd="0" presId="urn:microsoft.com/office/officeart/2005/8/layout/hProcess7"/>
    <dgm:cxn modelId="{7E130E96-C7A1-4936-B034-211FFBD206DC}" type="presParOf" srcId="{833B16D5-36BD-4792-9AEC-313CA6B20C0D}" destId="{67F2B9DB-0773-40BA-BB04-C2A274774391}" srcOrd="1" destOrd="0" presId="urn:microsoft.com/office/officeart/2005/8/layout/hProcess7"/>
    <dgm:cxn modelId="{64C4889F-CA48-4867-937D-1EC43D4AA5CF}" type="presParOf" srcId="{833B16D5-36BD-4792-9AEC-313CA6B20C0D}" destId="{415A6834-C482-4F89-9588-384CF4E7DDF5}" srcOrd="2" destOrd="0" presId="urn:microsoft.com/office/officeart/2005/8/layout/hProcess7"/>
    <dgm:cxn modelId="{57E308EC-4EA5-474A-BF68-27DBFCE89D90}" type="presParOf" srcId="{14CB95B9-E8D4-4BCB-8C54-33416B2C783D}" destId="{4B6EE571-3391-4E54-B860-E727DEB3CBC7}" srcOrd="1" destOrd="0" presId="urn:microsoft.com/office/officeart/2005/8/layout/hProcess7"/>
    <dgm:cxn modelId="{2F7352EB-ADF0-4F01-AFE2-09EEA52B1E6F}" type="presParOf" srcId="{14CB95B9-E8D4-4BCB-8C54-33416B2C783D}" destId="{F592ACB5-DA58-4456-9B60-D46D6EF739E9}" srcOrd="2" destOrd="0" presId="urn:microsoft.com/office/officeart/2005/8/layout/hProcess7"/>
    <dgm:cxn modelId="{6BEE7BFF-149A-498B-88B7-9A2F8B7A4CA1}" type="presParOf" srcId="{F592ACB5-DA58-4456-9B60-D46D6EF739E9}" destId="{DF7FC00A-2142-43D1-9AE6-343BC68139C4}" srcOrd="0" destOrd="0" presId="urn:microsoft.com/office/officeart/2005/8/layout/hProcess7"/>
    <dgm:cxn modelId="{932401B8-4CFF-4463-946A-41558F684B68}" type="presParOf" srcId="{F592ACB5-DA58-4456-9B60-D46D6EF739E9}" destId="{7EE1A06B-E70A-4569-8AD1-0F303E37E63D}" srcOrd="1" destOrd="0" presId="urn:microsoft.com/office/officeart/2005/8/layout/hProcess7"/>
    <dgm:cxn modelId="{7D3AD700-3688-4867-B184-3ABAB0AEBF52}" type="presParOf" srcId="{F592ACB5-DA58-4456-9B60-D46D6EF739E9}" destId="{D0C3CE5B-199B-410C-AA25-3ED3E0F9ED48}" srcOrd="2" destOrd="0" presId="urn:microsoft.com/office/officeart/2005/8/layout/hProcess7"/>
    <dgm:cxn modelId="{4FD96874-FF11-444E-86C0-BEFDC64CA185}" type="presParOf" srcId="{14CB95B9-E8D4-4BCB-8C54-33416B2C783D}" destId="{8AC6F68E-8CA6-41CB-B7B3-80DB57C78E9B}" srcOrd="3" destOrd="0" presId="urn:microsoft.com/office/officeart/2005/8/layout/hProcess7"/>
    <dgm:cxn modelId="{AEF01963-FDFC-4208-956A-2C29B5752510}" type="presParOf" srcId="{14CB95B9-E8D4-4BCB-8C54-33416B2C783D}" destId="{00A1E45E-3B03-455C-B706-8F65920E7FC8}" srcOrd="4" destOrd="0" presId="urn:microsoft.com/office/officeart/2005/8/layout/hProcess7"/>
    <dgm:cxn modelId="{94CF4ED2-62A1-49BD-9B49-911CBCC1E4D0}" type="presParOf" srcId="{00A1E45E-3B03-455C-B706-8F65920E7FC8}" destId="{F9F7FEA5-4062-460C-8250-8605A494AC77}" srcOrd="0" destOrd="0" presId="urn:microsoft.com/office/officeart/2005/8/layout/hProcess7"/>
    <dgm:cxn modelId="{2C3BB685-E091-4C55-B7BD-CA137B6AFCB0}" type="presParOf" srcId="{00A1E45E-3B03-455C-B706-8F65920E7FC8}" destId="{DE81B6C3-4420-4ED0-B8B7-76FD0B11A07E}" srcOrd="1" destOrd="0" presId="urn:microsoft.com/office/officeart/2005/8/layout/hProcess7"/>
    <dgm:cxn modelId="{AE341721-84D1-4D29-AAB6-85DB12B8013B}" type="presParOf" srcId="{00A1E45E-3B03-455C-B706-8F65920E7FC8}" destId="{08A5EC52-CD5C-4894-90E4-9F18E74C35F9}" srcOrd="2" destOrd="0" presId="urn:microsoft.com/office/officeart/2005/8/layout/hProcess7"/>
    <dgm:cxn modelId="{2E8D9C7A-6015-45EA-90EB-2B8069DA4F38}" type="presParOf" srcId="{14CB95B9-E8D4-4BCB-8C54-33416B2C783D}" destId="{259C1E0B-1A9E-446F-8240-746E8E5B12D2}" srcOrd="5" destOrd="0" presId="urn:microsoft.com/office/officeart/2005/8/layout/hProcess7"/>
    <dgm:cxn modelId="{922A9C5D-79C7-4B44-97C3-4F47401E8168}" type="presParOf" srcId="{14CB95B9-E8D4-4BCB-8C54-33416B2C783D}" destId="{E8D5DC0D-B18C-4F85-BC49-A7606B534EDF}" srcOrd="6" destOrd="0" presId="urn:microsoft.com/office/officeart/2005/8/layout/hProcess7"/>
    <dgm:cxn modelId="{E9E618E9-62B3-4FD7-85EF-9DB7CCD0B0D7}" type="presParOf" srcId="{E8D5DC0D-B18C-4F85-BC49-A7606B534EDF}" destId="{F7782EEC-4974-472A-873D-5E5BF01B09FF}" srcOrd="0" destOrd="0" presId="urn:microsoft.com/office/officeart/2005/8/layout/hProcess7"/>
    <dgm:cxn modelId="{9F5019A7-C4E3-433F-B9FA-4B0A0AA8CA00}" type="presParOf" srcId="{E8D5DC0D-B18C-4F85-BC49-A7606B534EDF}" destId="{59F6AE01-BB5A-4238-BAF2-5FB9959B2596}" srcOrd="1" destOrd="0" presId="urn:microsoft.com/office/officeart/2005/8/layout/hProcess7"/>
    <dgm:cxn modelId="{BE8E862A-4D44-41FD-BC2D-600CFFB4D958}" type="presParOf" srcId="{E8D5DC0D-B18C-4F85-BC49-A7606B534EDF}" destId="{1AAAB9DE-5A40-4748-AB45-54831DC5DBEC}" srcOrd="2" destOrd="0" presId="urn:microsoft.com/office/officeart/2005/8/layout/hProcess7"/>
    <dgm:cxn modelId="{30347CA9-FD15-48C0-8B99-5948EF1B0B1A}" type="presParOf" srcId="{14CB95B9-E8D4-4BCB-8C54-33416B2C783D}" destId="{51F1CB46-8029-43E3-94A7-B7D5DA24B341}" srcOrd="7" destOrd="0" presId="urn:microsoft.com/office/officeart/2005/8/layout/hProcess7"/>
    <dgm:cxn modelId="{721ECAF0-287C-44A5-BDD9-6EBA19B4E86F}" type="presParOf" srcId="{14CB95B9-E8D4-4BCB-8C54-33416B2C783D}" destId="{39140F27-DA2F-4140-B373-2EABF12F9D2A}" srcOrd="8" destOrd="0" presId="urn:microsoft.com/office/officeart/2005/8/layout/hProcess7"/>
    <dgm:cxn modelId="{3FEEF66E-A1A9-4829-9BFA-17295D6A3A2C}" type="presParOf" srcId="{39140F27-DA2F-4140-B373-2EABF12F9D2A}" destId="{8BF05ADA-6D59-43EC-B14F-A5316BB9A4E2}" srcOrd="0" destOrd="0" presId="urn:microsoft.com/office/officeart/2005/8/layout/hProcess7"/>
    <dgm:cxn modelId="{8E0A99F1-4A23-4159-B566-7B0691929D9A}" type="presParOf" srcId="{39140F27-DA2F-4140-B373-2EABF12F9D2A}" destId="{A0190605-9DFE-4D36-B661-936AD7242567}" srcOrd="1" destOrd="0" presId="urn:microsoft.com/office/officeart/2005/8/layout/hProcess7"/>
    <dgm:cxn modelId="{B1102A53-45DF-4722-BFE8-98BF7E969940}" type="presParOf" srcId="{39140F27-DA2F-4140-B373-2EABF12F9D2A}" destId="{009B3AB3-01A4-488E-A0ED-88A093BFAD41}" srcOrd="2" destOrd="0" presId="urn:microsoft.com/office/officeart/2005/8/layout/hProcess7"/>
    <dgm:cxn modelId="{6AA738B0-5325-4E87-A351-E106099CEE58}" type="presParOf" srcId="{14CB95B9-E8D4-4BCB-8C54-33416B2C783D}" destId="{D3C1F2BE-26A3-4C1E-B836-A33CEC1AE3D1}" srcOrd="9" destOrd="0" presId="urn:microsoft.com/office/officeart/2005/8/layout/hProcess7"/>
    <dgm:cxn modelId="{A826DEA6-19A2-4EE1-8CEB-FE0CDDCEB2FD}" type="presParOf" srcId="{14CB95B9-E8D4-4BCB-8C54-33416B2C783D}" destId="{74FB5041-CD31-49C5-80CA-F7F5628F4799}" srcOrd="10" destOrd="0" presId="urn:microsoft.com/office/officeart/2005/8/layout/hProcess7"/>
    <dgm:cxn modelId="{2E7871B1-8C81-4DAD-B52D-BC4BC31DA168}" type="presParOf" srcId="{74FB5041-CD31-49C5-80CA-F7F5628F4799}" destId="{B9B7BC00-8A35-4CDC-AB38-2E12203228FB}" srcOrd="0" destOrd="0" presId="urn:microsoft.com/office/officeart/2005/8/layout/hProcess7"/>
    <dgm:cxn modelId="{2892B482-0F72-45E1-BC1E-17CCDEB7DB9C}" type="presParOf" srcId="{74FB5041-CD31-49C5-80CA-F7F5628F4799}" destId="{940C395C-A415-45AD-9254-6AF2D37BAA6D}" srcOrd="1" destOrd="0" presId="urn:microsoft.com/office/officeart/2005/8/layout/hProcess7"/>
    <dgm:cxn modelId="{CE97A17F-5624-44A7-95B4-C33E2272FBD8}" type="presParOf" srcId="{74FB5041-CD31-49C5-80CA-F7F5628F4799}" destId="{8B990A79-1E17-40CB-BB29-CEAC656B6C74}" srcOrd="2" destOrd="0" presId="urn:microsoft.com/office/officeart/2005/8/layout/hProcess7"/>
    <dgm:cxn modelId="{3562EEAB-75F2-4542-8258-5D5A7E904B01}" type="presParOf" srcId="{14CB95B9-E8D4-4BCB-8C54-33416B2C783D}" destId="{9259479E-B534-49C7-B76F-DE3BACD0A263}" srcOrd="11" destOrd="0" presId="urn:microsoft.com/office/officeart/2005/8/layout/hProcess7"/>
    <dgm:cxn modelId="{86C0612E-3E73-4944-8D7B-79E5BFBED8FE}" type="presParOf" srcId="{14CB95B9-E8D4-4BCB-8C54-33416B2C783D}" destId="{278FE3D8-235C-4F7B-AB7E-0BC1FC54551A}" srcOrd="12" destOrd="0" presId="urn:microsoft.com/office/officeart/2005/8/layout/hProcess7"/>
    <dgm:cxn modelId="{6C9AE12C-BABC-414B-97E2-ADA4B7EC87DB}" type="presParOf" srcId="{278FE3D8-235C-4F7B-AB7E-0BC1FC54551A}" destId="{B5D9B3AE-785C-493B-B730-F246AF46F257}" srcOrd="0" destOrd="0" presId="urn:microsoft.com/office/officeart/2005/8/layout/hProcess7"/>
    <dgm:cxn modelId="{7FBB4862-DDF4-414A-BDA5-4172B5064B3A}" type="presParOf" srcId="{278FE3D8-235C-4F7B-AB7E-0BC1FC54551A}" destId="{E1D7DF46-18A5-4E89-8D8E-704C41151FDC}" srcOrd="1" destOrd="0" presId="urn:microsoft.com/office/officeart/2005/8/layout/hProcess7"/>
    <dgm:cxn modelId="{3C6B2B1F-AC5C-403B-A562-A4CC2E4C5437}" type="presParOf" srcId="{278FE3D8-235C-4F7B-AB7E-0BC1FC54551A}" destId="{5A34BD22-042C-4642-87B4-4C3A42427DF6}" srcOrd="2" destOrd="0" presId="urn:microsoft.com/office/officeart/2005/8/layout/hProcess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6321BF-2D79-4501-9578-EC470BABD81D}" type="doc">
      <dgm:prSet loTypeId="urn:microsoft.com/office/officeart/2005/8/layout/chevron1" loCatId="process" qsTypeId="urn:microsoft.com/office/officeart/2005/8/quickstyle/simple1" qsCatId="simple" csTypeId="urn:microsoft.com/office/officeart/2005/8/colors/accent1_2" csCatId="accent1" phldr="1"/>
      <dgm:spPr/>
    </dgm:pt>
    <dgm:pt modelId="{DE59C960-7D0D-428E-A22C-00A52BA33AD8}">
      <dgm:prSet phldrT="[Text]" custT="1"/>
      <dgm:spPr>
        <a:solidFill>
          <a:srgbClr val="EC6726"/>
        </a:solidFill>
        <a:ln>
          <a:solidFill>
            <a:srgbClr val="EC6726"/>
          </a:solidFill>
        </a:ln>
      </dgm:spPr>
      <dgm:t>
        <a:bodyPr/>
        <a:lstStyle/>
        <a:p>
          <a:r>
            <a:rPr lang="en-US" sz="1800" b="1">
              <a:latin typeface="Poppins" panose="00000500000000000000" pitchFamily="2" charset="0"/>
              <a:cs typeface="Poppins" panose="00000500000000000000" pitchFamily="2" charset="0"/>
            </a:rPr>
            <a:t>Supplier Evaluation</a:t>
          </a:r>
        </a:p>
      </dgm:t>
    </dgm:pt>
    <dgm:pt modelId="{F3D017CB-6831-4FAE-B01B-9EEA3A443F8C}" type="par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BC98E066-74B0-45AD-876B-E27D38B36EC2}" type="sib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05A5A0C1-454B-49E4-8E92-7FADF0B25C6B}">
      <dgm:prSet phldrT="[Text]" custT="1"/>
      <dgm:spPr>
        <a:solidFill>
          <a:srgbClr val="EC6726"/>
        </a:solidFill>
        <a:ln>
          <a:solidFill>
            <a:srgbClr val="EC6726"/>
          </a:solidFill>
        </a:ln>
      </dgm:spPr>
      <dgm:t>
        <a:bodyPr/>
        <a:lstStyle/>
        <a:p>
          <a:r>
            <a:rPr lang="en-US" sz="1800" b="1">
              <a:latin typeface="Poppins" panose="00000500000000000000" pitchFamily="2" charset="0"/>
              <a:cs typeface="Poppins" panose="00000500000000000000" pitchFamily="2" charset="0"/>
            </a:rPr>
            <a:t>Potential Suppliers</a:t>
          </a:r>
        </a:p>
      </dgm:t>
    </dgm:pt>
    <dgm:pt modelId="{00DDBE29-AA0A-4351-BFC4-9C3787483EFD}" type="par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C9CF945B-DD6F-4DD0-9996-5BB8B6BE1222}" type="sib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D5832917-E2DC-4FE5-A58C-CAA30E49AF37}">
      <dgm:prSet phldrT="[Text]" custT="1"/>
      <dgm:spPr>
        <a:solidFill>
          <a:srgbClr val="EC6726"/>
        </a:solidFill>
        <a:ln>
          <a:solidFill>
            <a:srgbClr val="EC6726"/>
          </a:solidFill>
        </a:ln>
      </dgm:spPr>
      <dgm:t>
        <a:bodyPr/>
        <a:lstStyle/>
        <a:p>
          <a:r>
            <a:rPr lang="en-US" sz="1800" b="1">
              <a:latin typeface="Poppins" panose="00000500000000000000" pitchFamily="2" charset="0"/>
              <a:cs typeface="Poppins" panose="00000500000000000000" pitchFamily="2" charset="0"/>
            </a:rPr>
            <a:t>Product Request</a:t>
          </a:r>
        </a:p>
      </dgm:t>
    </dgm:pt>
    <dgm:pt modelId="{7EAA5CCD-134C-4661-B379-D0C959620F40}" type="sib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6C7A7EE7-9C3B-4D56-B147-C86375B44FA4}" type="par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16997D39-E0D7-4787-BD19-0FF64FCD71B5}">
      <dgm:prSet phldrT="[Text]" custT="1"/>
      <dgm:spPr>
        <a:solidFill>
          <a:srgbClr val="EC6726"/>
        </a:solidFill>
        <a:ln>
          <a:solidFill>
            <a:srgbClr val="EC6726"/>
          </a:solidFill>
        </a:ln>
      </dgm:spPr>
      <dgm:t>
        <a:bodyPr/>
        <a:lstStyle/>
        <a:p>
          <a:r>
            <a:rPr lang="en-US" sz="1800" b="1">
              <a:latin typeface="Poppins" panose="00000500000000000000" pitchFamily="2" charset="0"/>
              <a:cs typeface="Poppins" panose="00000500000000000000" pitchFamily="2" charset="0"/>
            </a:rPr>
            <a:t>Execution</a:t>
          </a:r>
          <a:endParaRPr lang="en-US" sz="1100" b="1">
            <a:effectLst/>
            <a:latin typeface="Poppins" panose="00000500000000000000" pitchFamily="2" charset="0"/>
            <a:cs typeface="Poppins" panose="00000500000000000000" pitchFamily="2" charset="0"/>
          </a:endParaRPr>
        </a:p>
      </dgm:t>
    </dgm:pt>
    <dgm:pt modelId="{3CCAE3F3-E947-444F-8125-37A844C16114}" type="parTrans" cxnId="{25BCB5F3-9D25-457E-AD0F-5137049E48B4}">
      <dgm:prSet/>
      <dgm:spPr/>
      <dgm:t>
        <a:bodyPr/>
        <a:lstStyle/>
        <a:p>
          <a:endParaRPr lang="en-US"/>
        </a:p>
      </dgm:t>
    </dgm:pt>
    <dgm:pt modelId="{27D089C6-1BDD-48B8-A8B3-B01DC2BDDCE9}" type="sibTrans" cxnId="{25BCB5F3-9D25-457E-AD0F-5137049E48B4}">
      <dgm:prSet/>
      <dgm:spPr/>
      <dgm:t>
        <a:bodyPr/>
        <a:lstStyle/>
        <a:p>
          <a:endParaRPr lang="en-US"/>
        </a:p>
      </dgm:t>
    </dgm:pt>
    <dgm:pt modelId="{9AC1224E-6697-4A01-8332-6748CB91F829}" type="pres">
      <dgm:prSet presAssocID="{8D6321BF-2D79-4501-9578-EC470BABD81D}" presName="Name0" presStyleCnt="0">
        <dgm:presLayoutVars>
          <dgm:dir/>
          <dgm:animLvl val="lvl"/>
          <dgm:resizeHandles val="exact"/>
        </dgm:presLayoutVars>
      </dgm:prSet>
      <dgm:spPr/>
    </dgm:pt>
    <dgm:pt modelId="{A178B936-FED3-4A8B-8311-B15C0322D425}" type="pres">
      <dgm:prSet presAssocID="{D5832917-E2DC-4FE5-A58C-CAA30E49AF37}" presName="parTxOnly" presStyleLbl="node1" presStyleIdx="0" presStyleCnt="4">
        <dgm:presLayoutVars>
          <dgm:chMax val="0"/>
          <dgm:chPref val="0"/>
          <dgm:bulletEnabled val="1"/>
        </dgm:presLayoutVars>
      </dgm:prSet>
      <dgm:spPr/>
    </dgm:pt>
    <dgm:pt modelId="{5657E73F-0F41-4919-860F-E4BE783BC679}" type="pres">
      <dgm:prSet presAssocID="{7EAA5CCD-134C-4661-B379-D0C959620F40}" presName="parTxOnlySpace" presStyleCnt="0"/>
      <dgm:spPr/>
    </dgm:pt>
    <dgm:pt modelId="{7121D421-DA1C-4251-B910-F76FC9F36218}" type="pres">
      <dgm:prSet presAssocID="{05A5A0C1-454B-49E4-8E92-7FADF0B25C6B}" presName="parTxOnly" presStyleLbl="node1" presStyleIdx="1" presStyleCnt="4" custLinFactNeighborY="-848">
        <dgm:presLayoutVars>
          <dgm:chMax val="0"/>
          <dgm:chPref val="0"/>
          <dgm:bulletEnabled val="1"/>
        </dgm:presLayoutVars>
      </dgm:prSet>
      <dgm:spPr/>
    </dgm:pt>
    <dgm:pt modelId="{DE7BB9E5-E68A-45EC-ADC2-7BC9BAAAC2E2}" type="pres">
      <dgm:prSet presAssocID="{C9CF945B-DD6F-4DD0-9996-5BB8B6BE1222}" presName="parTxOnlySpace" presStyleCnt="0"/>
      <dgm:spPr/>
    </dgm:pt>
    <dgm:pt modelId="{2A4026D7-8137-41AD-B507-003B1EAD06BD}" type="pres">
      <dgm:prSet presAssocID="{DE59C960-7D0D-428E-A22C-00A52BA33AD8}" presName="parTxOnly" presStyleLbl="node1" presStyleIdx="2" presStyleCnt="4">
        <dgm:presLayoutVars>
          <dgm:chMax val="0"/>
          <dgm:chPref val="0"/>
          <dgm:bulletEnabled val="1"/>
        </dgm:presLayoutVars>
      </dgm:prSet>
      <dgm:spPr/>
    </dgm:pt>
    <dgm:pt modelId="{A4ED4AA8-03F2-4395-BE84-BD54EB8C7DD8}" type="pres">
      <dgm:prSet presAssocID="{BC98E066-74B0-45AD-876B-E27D38B36EC2}" presName="parTxOnlySpace" presStyleCnt="0"/>
      <dgm:spPr/>
    </dgm:pt>
    <dgm:pt modelId="{D851DA8E-BCEF-4FA6-9436-F1160E3F5A18}" type="pres">
      <dgm:prSet presAssocID="{16997D39-E0D7-4787-BD19-0FF64FCD71B5}" presName="parTxOnly" presStyleLbl="node1" presStyleIdx="3" presStyleCnt="4">
        <dgm:presLayoutVars>
          <dgm:chMax val="0"/>
          <dgm:chPref val="0"/>
          <dgm:bulletEnabled val="1"/>
        </dgm:presLayoutVars>
      </dgm:prSet>
      <dgm:spPr/>
    </dgm:pt>
  </dgm:ptLst>
  <dgm:cxnLst>
    <dgm:cxn modelId="{1828930A-70D0-42B1-B9C7-11A46CD778BC}" srcId="{8D6321BF-2D79-4501-9578-EC470BABD81D}" destId="{D5832917-E2DC-4FE5-A58C-CAA30E49AF37}" srcOrd="0" destOrd="0" parTransId="{6C7A7EE7-9C3B-4D56-B147-C86375B44FA4}" sibTransId="{7EAA5CCD-134C-4661-B379-D0C959620F40}"/>
    <dgm:cxn modelId="{39B6761C-F3C7-4A03-A8A5-694F0E7C755F}" type="presOf" srcId="{16997D39-E0D7-4787-BD19-0FF64FCD71B5}" destId="{D851DA8E-BCEF-4FA6-9436-F1160E3F5A18}" srcOrd="0" destOrd="0" presId="urn:microsoft.com/office/officeart/2005/8/layout/chevron1"/>
    <dgm:cxn modelId="{9E3E4634-5813-447D-8A51-7D2FA8E4BEC2}" type="presOf" srcId="{D5832917-E2DC-4FE5-A58C-CAA30E49AF37}" destId="{A178B936-FED3-4A8B-8311-B15C0322D425}" srcOrd="0" destOrd="0" presId="urn:microsoft.com/office/officeart/2005/8/layout/chevron1"/>
    <dgm:cxn modelId="{2C45C165-DFAB-4560-97C1-7C14A5711542}" type="presOf" srcId="{05A5A0C1-454B-49E4-8E92-7FADF0B25C6B}" destId="{7121D421-DA1C-4251-B910-F76FC9F36218}" srcOrd="0" destOrd="0" presId="urn:microsoft.com/office/officeart/2005/8/layout/chevron1"/>
    <dgm:cxn modelId="{89BBCE58-3DBF-4B39-8660-141FB6BB320C}" type="presOf" srcId="{8D6321BF-2D79-4501-9578-EC470BABD81D}" destId="{9AC1224E-6697-4A01-8332-6748CB91F829}" srcOrd="0" destOrd="0" presId="urn:microsoft.com/office/officeart/2005/8/layout/chevron1"/>
    <dgm:cxn modelId="{0A9F9682-2399-4DE4-9FC1-2A01187BA21C}" srcId="{8D6321BF-2D79-4501-9578-EC470BABD81D}" destId="{DE59C960-7D0D-428E-A22C-00A52BA33AD8}" srcOrd="2" destOrd="0" parTransId="{F3D017CB-6831-4FAE-B01B-9EEA3A443F8C}" sibTransId="{BC98E066-74B0-45AD-876B-E27D38B36EC2}"/>
    <dgm:cxn modelId="{69D8A388-4A77-4535-BCDF-6767517CFDF5}" srcId="{8D6321BF-2D79-4501-9578-EC470BABD81D}" destId="{05A5A0C1-454B-49E4-8E92-7FADF0B25C6B}" srcOrd="1" destOrd="0" parTransId="{00DDBE29-AA0A-4351-BFC4-9C3787483EFD}" sibTransId="{C9CF945B-DD6F-4DD0-9996-5BB8B6BE1222}"/>
    <dgm:cxn modelId="{ABA615BE-B7F0-47C7-862B-44206B40387B}" type="presOf" srcId="{DE59C960-7D0D-428E-A22C-00A52BA33AD8}" destId="{2A4026D7-8137-41AD-B507-003B1EAD06BD}" srcOrd="0" destOrd="0" presId="urn:microsoft.com/office/officeart/2005/8/layout/chevron1"/>
    <dgm:cxn modelId="{25BCB5F3-9D25-457E-AD0F-5137049E48B4}" srcId="{8D6321BF-2D79-4501-9578-EC470BABD81D}" destId="{16997D39-E0D7-4787-BD19-0FF64FCD71B5}" srcOrd="3" destOrd="0" parTransId="{3CCAE3F3-E947-444F-8125-37A844C16114}" sibTransId="{27D089C6-1BDD-48B8-A8B3-B01DC2BDDCE9}"/>
    <dgm:cxn modelId="{28219E14-C052-4261-9686-6BCAED3038E8}" type="presParOf" srcId="{9AC1224E-6697-4A01-8332-6748CB91F829}" destId="{A178B936-FED3-4A8B-8311-B15C0322D425}" srcOrd="0" destOrd="0" presId="urn:microsoft.com/office/officeart/2005/8/layout/chevron1"/>
    <dgm:cxn modelId="{E2890C8F-1CDD-447D-9406-B10C457ABB2F}" type="presParOf" srcId="{9AC1224E-6697-4A01-8332-6748CB91F829}" destId="{5657E73F-0F41-4919-860F-E4BE783BC679}" srcOrd="1" destOrd="0" presId="urn:microsoft.com/office/officeart/2005/8/layout/chevron1"/>
    <dgm:cxn modelId="{87E2FFA5-CFDA-4C90-B027-FCD6B8D1E214}" type="presParOf" srcId="{9AC1224E-6697-4A01-8332-6748CB91F829}" destId="{7121D421-DA1C-4251-B910-F76FC9F36218}" srcOrd="2" destOrd="0" presId="urn:microsoft.com/office/officeart/2005/8/layout/chevron1"/>
    <dgm:cxn modelId="{D709E9E0-86A9-4419-ABEC-039E8FF5879F}" type="presParOf" srcId="{9AC1224E-6697-4A01-8332-6748CB91F829}" destId="{DE7BB9E5-E68A-45EC-ADC2-7BC9BAAAC2E2}" srcOrd="3" destOrd="0" presId="urn:microsoft.com/office/officeart/2005/8/layout/chevron1"/>
    <dgm:cxn modelId="{53C02F9E-39B7-40EE-A8B3-800070F9D78F}" type="presParOf" srcId="{9AC1224E-6697-4A01-8332-6748CB91F829}" destId="{2A4026D7-8137-41AD-B507-003B1EAD06BD}" srcOrd="4" destOrd="0" presId="urn:microsoft.com/office/officeart/2005/8/layout/chevron1"/>
    <dgm:cxn modelId="{7F2C0A52-668C-4084-95A6-EE67CB99CA7C}" type="presParOf" srcId="{9AC1224E-6697-4A01-8332-6748CB91F829}" destId="{A4ED4AA8-03F2-4395-BE84-BD54EB8C7DD8}" srcOrd="5" destOrd="0" presId="urn:microsoft.com/office/officeart/2005/8/layout/chevron1"/>
    <dgm:cxn modelId="{C4443518-136D-43AD-8A72-EB0708BCA728}" type="presParOf" srcId="{9AC1224E-6697-4A01-8332-6748CB91F829}" destId="{D851DA8E-BCEF-4FA6-9436-F1160E3F5A18}" srcOrd="6" destOrd="0" presId="urn:microsoft.com/office/officeart/2005/8/layout/chevron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6321BF-2D79-4501-9578-EC470BABD81D}" type="doc">
      <dgm:prSet loTypeId="urn:microsoft.com/office/officeart/2005/8/layout/chevron1" loCatId="process" qsTypeId="urn:microsoft.com/office/officeart/2005/8/quickstyle/simple1" qsCatId="simple" csTypeId="urn:microsoft.com/office/officeart/2005/8/colors/accent1_2" csCatId="accent1" phldr="1"/>
      <dgm:spPr/>
    </dgm:pt>
    <dgm:pt modelId="{1689F5D7-5B8B-4084-B771-DB0CC6FAC1CE}">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190" b="1" kern="1200">
              <a:solidFill>
                <a:schemeClr val="bg1"/>
              </a:solidFill>
              <a:latin typeface="Poppins" panose="00000500000000000000" pitchFamily="2" charset="0"/>
              <a:ea typeface="Helvetica Neue"/>
              <a:cs typeface="Poppins" panose="00000500000000000000" pitchFamily="2" charset="0"/>
            </a:rPr>
            <a:t>Execution</a:t>
          </a:r>
        </a:p>
      </dgm:t>
    </dgm:pt>
    <dgm:pt modelId="{A27609E6-9C24-471B-BD57-320DDF398A02}" type="parTrans" cxnId="{B50C377A-BB14-4AF4-BDE4-D7C878B13210}">
      <dgm:prSet/>
      <dgm:spPr/>
      <dgm:t>
        <a:bodyPr/>
        <a:lstStyle/>
        <a:p>
          <a:endParaRPr lang="en-US" sz="2800">
            <a:latin typeface="Poppins" panose="00000500000000000000" pitchFamily="2" charset="0"/>
            <a:cs typeface="Poppins" panose="00000500000000000000" pitchFamily="2" charset="0"/>
          </a:endParaRPr>
        </a:p>
      </dgm:t>
    </dgm:pt>
    <dgm:pt modelId="{1E743576-70AE-41CA-925E-0283DD27CFFA}" type="sibTrans" cxnId="{B50C377A-BB14-4AF4-BDE4-D7C878B13210}">
      <dgm:prSet/>
      <dgm:spPr/>
      <dgm:t>
        <a:bodyPr/>
        <a:lstStyle/>
        <a:p>
          <a:endParaRPr lang="en-US" sz="2800">
            <a:latin typeface="Poppins" panose="00000500000000000000" pitchFamily="2" charset="0"/>
            <a:cs typeface="Poppins" panose="00000500000000000000" pitchFamily="2" charset="0"/>
          </a:endParaRPr>
        </a:p>
      </dgm:t>
    </dgm:pt>
    <dgm:pt modelId="{28F5E545-1593-410C-9D37-AA74BC075580}">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Product Release</a:t>
          </a:r>
        </a:p>
      </dgm:t>
    </dgm:pt>
    <dgm:pt modelId="{95F5A1E2-1B8D-4059-89D3-1AB4A0A82C5E}" type="parTrans" cxnId="{5A4E1EAC-FDD6-412C-820D-44914F86CDF5}">
      <dgm:prSet/>
      <dgm:spPr/>
      <dgm:t>
        <a:bodyPr/>
        <a:lstStyle/>
        <a:p>
          <a:endParaRPr lang="en-US" sz="2800">
            <a:latin typeface="Poppins" panose="00000500000000000000" pitchFamily="2" charset="0"/>
            <a:cs typeface="Poppins" panose="00000500000000000000" pitchFamily="2" charset="0"/>
          </a:endParaRPr>
        </a:p>
      </dgm:t>
    </dgm:pt>
    <dgm:pt modelId="{4BC4A3ED-D659-42D1-9D7C-58DE318FE6E6}" type="sibTrans" cxnId="{5A4E1EAC-FDD6-412C-820D-44914F86CDF5}">
      <dgm:prSet/>
      <dgm:spPr/>
      <dgm:t>
        <a:bodyPr/>
        <a:lstStyle/>
        <a:p>
          <a:endParaRPr lang="en-US" sz="2800">
            <a:latin typeface="Poppins" panose="00000500000000000000" pitchFamily="2" charset="0"/>
            <a:cs typeface="Poppins" panose="00000500000000000000" pitchFamily="2" charset="0"/>
          </a:endParaRPr>
        </a:p>
      </dgm:t>
    </dgm:pt>
    <dgm:pt modelId="{978398B9-4A5F-4594-AE52-C5DFC3BC4673}">
      <dgm:prSet phldrT="[Text]" custT="1"/>
      <dgm:spPr>
        <a:solidFill>
          <a:srgbClr val="EC6726"/>
        </a:solidFill>
        <a:ln>
          <a:solidFill>
            <a:srgbClr val="EC6726"/>
          </a:solidFill>
        </a:ln>
      </dgm:spPr>
      <dgm: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Post Market Review</a:t>
          </a:r>
        </a:p>
      </dgm:t>
    </dgm:pt>
    <dgm:pt modelId="{FEE8894F-B7A6-4955-816F-F37BC50129B3}" type="parTrans" cxnId="{CE714857-3ED8-4BCE-9D32-51324E7EB9D1}">
      <dgm:prSet/>
      <dgm:spPr/>
      <dgm:t>
        <a:bodyPr/>
        <a:lstStyle/>
        <a:p>
          <a:endParaRPr lang="en-US" sz="2800">
            <a:latin typeface="Poppins" panose="00000500000000000000" pitchFamily="2" charset="0"/>
            <a:cs typeface="Poppins" panose="00000500000000000000" pitchFamily="2" charset="0"/>
          </a:endParaRPr>
        </a:p>
      </dgm:t>
    </dgm:pt>
    <dgm:pt modelId="{C943FAD9-45BE-4DF4-9F66-0950FD686278}" type="sibTrans" cxnId="{CE714857-3ED8-4BCE-9D32-51324E7EB9D1}">
      <dgm:prSet/>
      <dgm:spPr/>
      <dgm:t>
        <a:bodyPr/>
        <a:lstStyle/>
        <a:p>
          <a:endParaRPr lang="en-US" sz="2800">
            <a:latin typeface="Poppins" panose="00000500000000000000" pitchFamily="2" charset="0"/>
            <a:cs typeface="Poppins" panose="00000500000000000000" pitchFamily="2" charset="0"/>
          </a:endParaRPr>
        </a:p>
      </dgm:t>
    </dgm:pt>
    <dgm:pt modelId="{DE59C960-7D0D-428E-A22C-00A52BA33AD8}">
      <dgm:prSet phldrT="[Text]" custT="1"/>
      <dgm:spPr>
        <a:solidFill>
          <a:srgbClr val="EC6726"/>
        </a:solidFill>
        <a:ln>
          <a:solidFill>
            <a:srgbClr val="EC6726"/>
          </a:solidFill>
        </a:ln>
      </dgm:spPr>
      <dgm:t>
        <a:bodyPr/>
        <a:lstStyle/>
        <a:p>
          <a:r>
            <a:rPr lang="en-US" sz="1200" b="1">
              <a:latin typeface="Poppins" panose="00000500000000000000" pitchFamily="2" charset="0"/>
              <a:cs typeface="Poppins" panose="00000500000000000000" pitchFamily="2" charset="0"/>
            </a:rPr>
            <a:t>Supplier Evaluation</a:t>
          </a:r>
        </a:p>
      </dgm:t>
    </dgm:pt>
    <dgm:pt modelId="{F3D017CB-6831-4FAE-B01B-9EEA3A443F8C}" type="par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BC98E066-74B0-45AD-876B-E27D38B36EC2}" type="sibTrans" cxnId="{0A9F9682-2399-4DE4-9FC1-2A01187BA21C}">
      <dgm:prSet/>
      <dgm:spPr/>
      <dgm:t>
        <a:bodyPr/>
        <a:lstStyle/>
        <a:p>
          <a:endParaRPr lang="en-US" sz="2800">
            <a:latin typeface="Poppins" panose="00000500000000000000" pitchFamily="2" charset="0"/>
            <a:cs typeface="Poppins" panose="00000500000000000000" pitchFamily="2" charset="0"/>
          </a:endParaRPr>
        </a:p>
      </dgm:t>
    </dgm:pt>
    <dgm:pt modelId="{05A5A0C1-454B-49E4-8E92-7FADF0B25C6B}">
      <dgm:prSet phldrT="[Text]" custT="1"/>
      <dgm:spPr>
        <a:solidFill>
          <a:srgbClr val="EC6726"/>
        </a:solidFill>
        <a:ln>
          <a:solidFill>
            <a:srgbClr val="EC6726"/>
          </a:solidFill>
        </a:ln>
      </dgm:spPr>
      <dgm:t>
        <a:bodyPr/>
        <a:lstStyle/>
        <a:p>
          <a:r>
            <a:rPr lang="en-US" sz="1200" b="1">
              <a:latin typeface="Poppins" panose="00000500000000000000" pitchFamily="2" charset="0"/>
              <a:cs typeface="Poppins" panose="00000500000000000000" pitchFamily="2" charset="0"/>
            </a:rPr>
            <a:t>Potential Suppliers</a:t>
          </a:r>
        </a:p>
      </dgm:t>
    </dgm:pt>
    <dgm:pt modelId="{00DDBE29-AA0A-4351-BFC4-9C3787483EFD}" type="par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C9CF945B-DD6F-4DD0-9996-5BB8B6BE1222}" type="sibTrans" cxnId="{69D8A388-4A77-4535-BCDF-6767517CFDF5}">
      <dgm:prSet/>
      <dgm:spPr/>
      <dgm:t>
        <a:bodyPr/>
        <a:lstStyle/>
        <a:p>
          <a:endParaRPr lang="en-US" sz="2800">
            <a:latin typeface="Poppins" panose="00000500000000000000" pitchFamily="2" charset="0"/>
            <a:cs typeface="Poppins" panose="00000500000000000000" pitchFamily="2" charset="0"/>
          </a:endParaRPr>
        </a:p>
      </dgm:t>
    </dgm:pt>
    <dgm:pt modelId="{D5832917-E2DC-4FE5-A58C-CAA30E49AF37}">
      <dgm:prSet phldrT="[Text]" custT="1"/>
      <dgm:spPr>
        <a:solidFill>
          <a:srgbClr val="EC6726"/>
        </a:solidFill>
        <a:ln>
          <a:solidFill>
            <a:srgbClr val="EC6726"/>
          </a:solidFill>
        </a:ln>
      </dgm:spPr>
      <dgm:t>
        <a:bodyPr/>
        <a:lstStyle/>
        <a:p>
          <a:r>
            <a:rPr lang="en-US" sz="1400" b="1">
              <a:latin typeface="Poppins" panose="00000500000000000000" pitchFamily="2" charset="0"/>
              <a:cs typeface="Poppins" panose="00000500000000000000" pitchFamily="2" charset="0"/>
            </a:rPr>
            <a:t>Product Request</a:t>
          </a:r>
        </a:p>
      </dgm:t>
    </dgm:pt>
    <dgm:pt modelId="{7EAA5CCD-134C-4661-B379-D0C959620F40}" type="sib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6C7A7EE7-9C3B-4D56-B147-C86375B44FA4}" type="parTrans" cxnId="{1828930A-70D0-42B1-B9C7-11A46CD778BC}">
      <dgm:prSet/>
      <dgm:spPr/>
      <dgm:t>
        <a:bodyPr/>
        <a:lstStyle/>
        <a:p>
          <a:endParaRPr lang="en-US" sz="2800">
            <a:latin typeface="Poppins" panose="00000500000000000000" pitchFamily="2" charset="0"/>
            <a:cs typeface="Poppins" panose="00000500000000000000" pitchFamily="2" charset="0"/>
          </a:endParaRPr>
        </a:p>
      </dgm:t>
    </dgm:pt>
    <dgm:pt modelId="{9AC1224E-6697-4A01-8332-6748CB91F829}" type="pres">
      <dgm:prSet presAssocID="{8D6321BF-2D79-4501-9578-EC470BABD81D}" presName="Name0" presStyleCnt="0">
        <dgm:presLayoutVars>
          <dgm:dir/>
          <dgm:animLvl val="lvl"/>
          <dgm:resizeHandles val="exact"/>
        </dgm:presLayoutVars>
      </dgm:prSet>
      <dgm:spPr/>
    </dgm:pt>
    <dgm:pt modelId="{A178B936-FED3-4A8B-8311-B15C0322D425}" type="pres">
      <dgm:prSet presAssocID="{D5832917-E2DC-4FE5-A58C-CAA30E49AF37}" presName="parTxOnly" presStyleLbl="node1" presStyleIdx="0" presStyleCnt="6" custScaleX="79591">
        <dgm:presLayoutVars>
          <dgm:chMax val="0"/>
          <dgm:chPref val="0"/>
          <dgm:bulletEnabled val="1"/>
        </dgm:presLayoutVars>
      </dgm:prSet>
      <dgm:spPr/>
    </dgm:pt>
    <dgm:pt modelId="{5657E73F-0F41-4919-860F-E4BE783BC679}" type="pres">
      <dgm:prSet presAssocID="{7EAA5CCD-134C-4661-B379-D0C959620F40}" presName="parTxOnlySpace" presStyleCnt="0"/>
      <dgm:spPr/>
    </dgm:pt>
    <dgm:pt modelId="{7121D421-DA1C-4251-B910-F76FC9F36218}" type="pres">
      <dgm:prSet presAssocID="{05A5A0C1-454B-49E4-8E92-7FADF0B25C6B}" presName="parTxOnly" presStyleLbl="node1" presStyleIdx="1" presStyleCnt="6" custScaleX="85836">
        <dgm:presLayoutVars>
          <dgm:chMax val="0"/>
          <dgm:chPref val="0"/>
          <dgm:bulletEnabled val="1"/>
        </dgm:presLayoutVars>
      </dgm:prSet>
      <dgm:spPr/>
    </dgm:pt>
    <dgm:pt modelId="{DE7BB9E5-E68A-45EC-ADC2-7BC9BAAAC2E2}" type="pres">
      <dgm:prSet presAssocID="{C9CF945B-DD6F-4DD0-9996-5BB8B6BE1222}" presName="parTxOnlySpace" presStyleCnt="0"/>
      <dgm:spPr/>
    </dgm:pt>
    <dgm:pt modelId="{2A4026D7-8137-41AD-B507-003B1EAD06BD}" type="pres">
      <dgm:prSet presAssocID="{DE59C960-7D0D-428E-A22C-00A52BA33AD8}" presName="parTxOnly" presStyleLbl="node1" presStyleIdx="2" presStyleCnt="6" custScaleX="87580">
        <dgm:presLayoutVars>
          <dgm:chMax val="0"/>
          <dgm:chPref val="0"/>
          <dgm:bulletEnabled val="1"/>
        </dgm:presLayoutVars>
      </dgm:prSet>
      <dgm:spPr/>
    </dgm:pt>
    <dgm:pt modelId="{C532F7DF-B60E-4D3B-8218-475E2A849809}" type="pres">
      <dgm:prSet presAssocID="{BC98E066-74B0-45AD-876B-E27D38B36EC2}" presName="parTxOnlySpace" presStyleCnt="0"/>
      <dgm:spPr/>
    </dgm:pt>
    <dgm:pt modelId="{DA112368-3EA1-49B3-97B0-28C83A22CB5A}" type="pres">
      <dgm:prSet presAssocID="{1689F5D7-5B8B-4084-B771-DB0CC6FAC1CE}" presName="parTxOnly" presStyleLbl="node1" presStyleIdx="3" presStyleCnt="6" custScaleX="93698">
        <dgm:presLayoutVars>
          <dgm:chMax val="0"/>
          <dgm:chPref val="0"/>
          <dgm:bulletEnabled val="1"/>
        </dgm:presLayoutVars>
      </dgm:prSet>
      <dgm:spPr/>
    </dgm:pt>
    <dgm:pt modelId="{AD849070-1C36-4164-8792-E8957214D26B}" type="pres">
      <dgm:prSet presAssocID="{1E743576-70AE-41CA-925E-0283DD27CFFA}" presName="parTxOnlySpace" presStyleCnt="0"/>
      <dgm:spPr/>
    </dgm:pt>
    <dgm:pt modelId="{315A85F2-9345-4746-8B6B-BDF4CE789C68}" type="pres">
      <dgm:prSet presAssocID="{28F5E545-1593-410C-9D37-AA74BC075580}" presName="parTxOnly" presStyleLbl="node1" presStyleIdx="4" presStyleCnt="6" custScaleX="70164">
        <dgm:presLayoutVars>
          <dgm:chMax val="0"/>
          <dgm:chPref val="0"/>
          <dgm:bulletEnabled val="1"/>
        </dgm:presLayoutVars>
      </dgm:prSet>
      <dgm:spPr/>
    </dgm:pt>
    <dgm:pt modelId="{85511C3C-F2D3-47F9-A531-7F0065AF5513}" type="pres">
      <dgm:prSet presAssocID="{4BC4A3ED-D659-42D1-9D7C-58DE318FE6E6}" presName="parTxOnlySpace" presStyleCnt="0"/>
      <dgm:spPr/>
    </dgm:pt>
    <dgm:pt modelId="{4C41F78B-CF4E-4C8E-858B-E469D6D66B37}" type="pres">
      <dgm:prSet presAssocID="{978398B9-4A5F-4594-AE52-C5DFC3BC4673}" presName="parTxOnly" presStyleLbl="node1" presStyleIdx="5" presStyleCnt="6" custScaleX="75463">
        <dgm:presLayoutVars>
          <dgm:chMax val="0"/>
          <dgm:chPref val="0"/>
          <dgm:bulletEnabled val="1"/>
        </dgm:presLayoutVars>
      </dgm:prSet>
      <dgm:spPr/>
    </dgm:pt>
  </dgm:ptLst>
  <dgm:cxnLst>
    <dgm:cxn modelId="{1828930A-70D0-42B1-B9C7-11A46CD778BC}" srcId="{8D6321BF-2D79-4501-9578-EC470BABD81D}" destId="{D5832917-E2DC-4FE5-A58C-CAA30E49AF37}" srcOrd="0" destOrd="0" parTransId="{6C7A7EE7-9C3B-4D56-B147-C86375B44FA4}" sibTransId="{7EAA5CCD-134C-4661-B379-D0C959620F40}"/>
    <dgm:cxn modelId="{9E3E4634-5813-447D-8A51-7D2FA8E4BEC2}" type="presOf" srcId="{D5832917-E2DC-4FE5-A58C-CAA30E49AF37}" destId="{A178B936-FED3-4A8B-8311-B15C0322D425}" srcOrd="0" destOrd="0" presId="urn:microsoft.com/office/officeart/2005/8/layout/chevron1"/>
    <dgm:cxn modelId="{4BD51F62-4670-4821-B6E7-10C61F61E3DB}" type="presOf" srcId="{978398B9-4A5F-4594-AE52-C5DFC3BC4673}" destId="{4C41F78B-CF4E-4C8E-858B-E469D6D66B37}" srcOrd="0" destOrd="0" presId="urn:microsoft.com/office/officeart/2005/8/layout/chevron1"/>
    <dgm:cxn modelId="{2C45C165-DFAB-4560-97C1-7C14A5711542}" type="presOf" srcId="{05A5A0C1-454B-49E4-8E92-7FADF0B25C6B}" destId="{7121D421-DA1C-4251-B910-F76FC9F36218}" srcOrd="0" destOrd="0" presId="urn:microsoft.com/office/officeart/2005/8/layout/chevron1"/>
    <dgm:cxn modelId="{FE356A47-4796-4D5C-8D03-166F0FA7797B}" type="presOf" srcId="{1689F5D7-5B8B-4084-B771-DB0CC6FAC1CE}" destId="{DA112368-3EA1-49B3-97B0-28C83A22CB5A}" srcOrd="0" destOrd="0" presId="urn:microsoft.com/office/officeart/2005/8/layout/chevron1"/>
    <dgm:cxn modelId="{CE714857-3ED8-4BCE-9D32-51324E7EB9D1}" srcId="{8D6321BF-2D79-4501-9578-EC470BABD81D}" destId="{978398B9-4A5F-4594-AE52-C5DFC3BC4673}" srcOrd="5" destOrd="0" parTransId="{FEE8894F-B7A6-4955-816F-F37BC50129B3}" sibTransId="{C943FAD9-45BE-4DF4-9F66-0950FD686278}"/>
    <dgm:cxn modelId="{89BBCE58-3DBF-4B39-8660-141FB6BB320C}" type="presOf" srcId="{8D6321BF-2D79-4501-9578-EC470BABD81D}" destId="{9AC1224E-6697-4A01-8332-6748CB91F829}" srcOrd="0" destOrd="0" presId="urn:microsoft.com/office/officeart/2005/8/layout/chevron1"/>
    <dgm:cxn modelId="{B50C377A-BB14-4AF4-BDE4-D7C878B13210}" srcId="{8D6321BF-2D79-4501-9578-EC470BABD81D}" destId="{1689F5D7-5B8B-4084-B771-DB0CC6FAC1CE}" srcOrd="3" destOrd="0" parTransId="{A27609E6-9C24-471B-BD57-320DDF398A02}" sibTransId="{1E743576-70AE-41CA-925E-0283DD27CFFA}"/>
    <dgm:cxn modelId="{5D51C781-BF3D-410E-B17E-C56246787926}" type="presOf" srcId="{28F5E545-1593-410C-9D37-AA74BC075580}" destId="{315A85F2-9345-4746-8B6B-BDF4CE789C68}" srcOrd="0" destOrd="0" presId="urn:microsoft.com/office/officeart/2005/8/layout/chevron1"/>
    <dgm:cxn modelId="{0A9F9682-2399-4DE4-9FC1-2A01187BA21C}" srcId="{8D6321BF-2D79-4501-9578-EC470BABD81D}" destId="{DE59C960-7D0D-428E-A22C-00A52BA33AD8}" srcOrd="2" destOrd="0" parTransId="{F3D017CB-6831-4FAE-B01B-9EEA3A443F8C}" sibTransId="{BC98E066-74B0-45AD-876B-E27D38B36EC2}"/>
    <dgm:cxn modelId="{69D8A388-4A77-4535-BCDF-6767517CFDF5}" srcId="{8D6321BF-2D79-4501-9578-EC470BABD81D}" destId="{05A5A0C1-454B-49E4-8E92-7FADF0B25C6B}" srcOrd="1" destOrd="0" parTransId="{00DDBE29-AA0A-4351-BFC4-9C3787483EFD}" sibTransId="{C9CF945B-DD6F-4DD0-9996-5BB8B6BE1222}"/>
    <dgm:cxn modelId="{5A4E1EAC-FDD6-412C-820D-44914F86CDF5}" srcId="{8D6321BF-2D79-4501-9578-EC470BABD81D}" destId="{28F5E545-1593-410C-9D37-AA74BC075580}" srcOrd="4" destOrd="0" parTransId="{95F5A1E2-1B8D-4059-89D3-1AB4A0A82C5E}" sibTransId="{4BC4A3ED-D659-42D1-9D7C-58DE318FE6E6}"/>
    <dgm:cxn modelId="{ABA615BE-B7F0-47C7-862B-44206B40387B}" type="presOf" srcId="{DE59C960-7D0D-428E-A22C-00A52BA33AD8}" destId="{2A4026D7-8137-41AD-B507-003B1EAD06BD}" srcOrd="0" destOrd="0" presId="urn:microsoft.com/office/officeart/2005/8/layout/chevron1"/>
    <dgm:cxn modelId="{28219E14-C052-4261-9686-6BCAED3038E8}" type="presParOf" srcId="{9AC1224E-6697-4A01-8332-6748CB91F829}" destId="{A178B936-FED3-4A8B-8311-B15C0322D425}" srcOrd="0" destOrd="0" presId="urn:microsoft.com/office/officeart/2005/8/layout/chevron1"/>
    <dgm:cxn modelId="{E2890C8F-1CDD-447D-9406-B10C457ABB2F}" type="presParOf" srcId="{9AC1224E-6697-4A01-8332-6748CB91F829}" destId="{5657E73F-0F41-4919-860F-E4BE783BC679}" srcOrd="1" destOrd="0" presId="urn:microsoft.com/office/officeart/2005/8/layout/chevron1"/>
    <dgm:cxn modelId="{87E2FFA5-CFDA-4C90-B027-FCD6B8D1E214}" type="presParOf" srcId="{9AC1224E-6697-4A01-8332-6748CB91F829}" destId="{7121D421-DA1C-4251-B910-F76FC9F36218}" srcOrd="2" destOrd="0" presId="urn:microsoft.com/office/officeart/2005/8/layout/chevron1"/>
    <dgm:cxn modelId="{D709E9E0-86A9-4419-ABEC-039E8FF5879F}" type="presParOf" srcId="{9AC1224E-6697-4A01-8332-6748CB91F829}" destId="{DE7BB9E5-E68A-45EC-ADC2-7BC9BAAAC2E2}" srcOrd="3" destOrd="0" presId="urn:microsoft.com/office/officeart/2005/8/layout/chevron1"/>
    <dgm:cxn modelId="{53C02F9E-39B7-40EE-A8B3-800070F9D78F}" type="presParOf" srcId="{9AC1224E-6697-4A01-8332-6748CB91F829}" destId="{2A4026D7-8137-41AD-B507-003B1EAD06BD}" srcOrd="4" destOrd="0" presId="urn:microsoft.com/office/officeart/2005/8/layout/chevron1"/>
    <dgm:cxn modelId="{FC134BB0-B1D1-42EE-8A3E-609902CB42FB}" type="presParOf" srcId="{9AC1224E-6697-4A01-8332-6748CB91F829}" destId="{C532F7DF-B60E-4D3B-8218-475E2A849809}" srcOrd="5" destOrd="0" presId="urn:microsoft.com/office/officeart/2005/8/layout/chevron1"/>
    <dgm:cxn modelId="{FE5E2B98-6A3C-400A-8075-055748F2A19C}" type="presParOf" srcId="{9AC1224E-6697-4A01-8332-6748CB91F829}" destId="{DA112368-3EA1-49B3-97B0-28C83A22CB5A}" srcOrd="6" destOrd="0" presId="urn:microsoft.com/office/officeart/2005/8/layout/chevron1"/>
    <dgm:cxn modelId="{66ECCBCC-86B4-4014-8929-71F9B6E846BA}" type="presParOf" srcId="{9AC1224E-6697-4A01-8332-6748CB91F829}" destId="{AD849070-1C36-4164-8792-E8957214D26B}" srcOrd="7" destOrd="0" presId="urn:microsoft.com/office/officeart/2005/8/layout/chevron1"/>
    <dgm:cxn modelId="{D21A973D-5690-4BAB-A73C-31AE3ACB366D}" type="presParOf" srcId="{9AC1224E-6697-4A01-8332-6748CB91F829}" destId="{315A85F2-9345-4746-8B6B-BDF4CE789C68}" srcOrd="8" destOrd="0" presId="urn:microsoft.com/office/officeart/2005/8/layout/chevron1"/>
    <dgm:cxn modelId="{55CA4167-8D85-45D7-9893-746ACD0EAC0B}" type="presParOf" srcId="{9AC1224E-6697-4A01-8332-6748CB91F829}" destId="{85511C3C-F2D3-47F9-A531-7F0065AF5513}" srcOrd="9" destOrd="0" presId="urn:microsoft.com/office/officeart/2005/8/layout/chevron1"/>
    <dgm:cxn modelId="{C3C44D0B-EA55-432D-B802-CDDA42799F42}" type="presParOf" srcId="{9AC1224E-6697-4A01-8332-6748CB91F829}" destId="{4C41F78B-CF4E-4C8E-858B-E469D6D66B37}" srcOrd="10" destOrd="0" presId="urn:microsoft.com/office/officeart/2005/8/layout/chevron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8B936-FED3-4A8B-8311-B15C0322D425}">
      <dsp:nvSpPr>
        <dsp:cNvPr id="0" name=""/>
        <dsp:cNvSpPr/>
      </dsp:nvSpPr>
      <dsp:spPr>
        <a:xfrm>
          <a:off x="7" y="93585"/>
          <a:ext cx="1930932"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Poppins" panose="00000500000000000000" pitchFamily="2" charset="0"/>
              <a:cs typeface="Poppins" panose="00000500000000000000" pitchFamily="2" charset="0"/>
            </a:rPr>
            <a:t>Product Request</a:t>
          </a:r>
        </a:p>
      </dsp:txBody>
      <dsp:txXfrm>
        <a:off x="485221" y="93585"/>
        <a:ext cx="960505" cy="970427"/>
      </dsp:txXfrm>
    </dsp:sp>
    <dsp:sp modelId="{7121D421-DA1C-4251-B910-F76FC9F36218}">
      <dsp:nvSpPr>
        <dsp:cNvPr id="0" name=""/>
        <dsp:cNvSpPr/>
      </dsp:nvSpPr>
      <dsp:spPr>
        <a:xfrm>
          <a:off x="1688333" y="93585"/>
          <a:ext cx="2082440"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a:latin typeface="Poppins" panose="00000500000000000000" pitchFamily="2" charset="0"/>
              <a:cs typeface="Poppins" panose="00000500000000000000" pitchFamily="2" charset="0"/>
            </a:rPr>
            <a:t>Potential Suppliers</a:t>
          </a:r>
        </a:p>
      </dsp:txBody>
      <dsp:txXfrm>
        <a:off x="2173547" y="93585"/>
        <a:ext cx="1112013" cy="970427"/>
      </dsp:txXfrm>
    </dsp:sp>
    <dsp:sp modelId="{2A4026D7-8137-41AD-B507-003B1EAD06BD}">
      <dsp:nvSpPr>
        <dsp:cNvPr id="0" name=""/>
        <dsp:cNvSpPr/>
      </dsp:nvSpPr>
      <dsp:spPr>
        <a:xfrm>
          <a:off x="3528166" y="93585"/>
          <a:ext cx="2124751"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a:latin typeface="Poppins" panose="00000500000000000000" pitchFamily="2" charset="0"/>
              <a:cs typeface="Poppins" panose="00000500000000000000" pitchFamily="2" charset="0"/>
            </a:rPr>
            <a:t>Supplier Evaluation</a:t>
          </a:r>
        </a:p>
      </dsp:txBody>
      <dsp:txXfrm>
        <a:off x="4013380" y="93585"/>
        <a:ext cx="1154324" cy="970427"/>
      </dsp:txXfrm>
    </dsp:sp>
    <dsp:sp modelId="{DA112368-3EA1-49B3-97B0-28C83A22CB5A}">
      <dsp:nvSpPr>
        <dsp:cNvPr id="0" name=""/>
        <dsp:cNvSpPr/>
      </dsp:nvSpPr>
      <dsp:spPr>
        <a:xfrm>
          <a:off x="5410311" y="93585"/>
          <a:ext cx="2273178"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190" b="1" kern="1200">
              <a:solidFill>
                <a:schemeClr val="bg1"/>
              </a:solidFill>
              <a:latin typeface="Poppins" panose="00000500000000000000" pitchFamily="2" charset="0"/>
              <a:ea typeface="Helvetica Neue"/>
              <a:cs typeface="Poppins" panose="00000500000000000000" pitchFamily="2" charset="0"/>
            </a:rPr>
            <a:t>Execution</a:t>
          </a:r>
        </a:p>
      </dsp:txBody>
      <dsp:txXfrm>
        <a:off x="5895525" y="93585"/>
        <a:ext cx="1302751" cy="970427"/>
      </dsp:txXfrm>
    </dsp:sp>
    <dsp:sp modelId="{315A85F2-9345-4746-8B6B-BDF4CE789C68}">
      <dsp:nvSpPr>
        <dsp:cNvPr id="0" name=""/>
        <dsp:cNvSpPr/>
      </dsp:nvSpPr>
      <dsp:spPr>
        <a:xfrm>
          <a:off x="7440882" y="93585"/>
          <a:ext cx="1702227"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Product Release</a:t>
          </a:r>
        </a:p>
      </dsp:txBody>
      <dsp:txXfrm>
        <a:off x="7926096" y="93585"/>
        <a:ext cx="731800" cy="970427"/>
      </dsp:txXfrm>
    </dsp:sp>
    <dsp:sp modelId="{4C41F78B-CF4E-4C8E-858B-E469D6D66B37}">
      <dsp:nvSpPr>
        <dsp:cNvPr id="0" name=""/>
        <dsp:cNvSpPr/>
      </dsp:nvSpPr>
      <dsp:spPr>
        <a:xfrm>
          <a:off x="8900503" y="93585"/>
          <a:ext cx="1830784"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Post Market Review</a:t>
          </a:r>
        </a:p>
      </dsp:txBody>
      <dsp:txXfrm>
        <a:off x="9385717" y="93585"/>
        <a:ext cx="860357" cy="970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A368F-ED42-4763-B284-1EDBF7BB28BA}">
      <dsp:nvSpPr>
        <dsp:cNvPr id="0" name=""/>
        <dsp:cNvSpPr/>
      </dsp:nvSpPr>
      <dsp:spPr>
        <a:xfrm>
          <a:off x="4692" y="0"/>
          <a:ext cx="2822660" cy="1853738"/>
        </a:xfrm>
        <a:prstGeom prst="roundRect">
          <a:avLst>
            <a:gd name="adj" fmla="val 5000"/>
          </a:avLst>
        </a:prstGeom>
        <a:solidFill>
          <a:srgbClr val="A7D4B9"/>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marL="0" lvl="0" indent="0" algn="r" defTabSz="889000">
            <a:lnSpc>
              <a:spcPct val="90000"/>
            </a:lnSpc>
            <a:spcBef>
              <a:spcPct val="0"/>
            </a:spcBef>
            <a:spcAft>
              <a:spcPct val="35000"/>
            </a:spcAft>
            <a:buNone/>
          </a:pPr>
          <a:endParaRPr lang="en-US" sz="2000" b="1" kern="1200">
            <a:solidFill>
              <a:srgbClr val="EC6726"/>
            </a:solidFill>
            <a:latin typeface="Poppins" panose="00000500000000000000" pitchFamily="2" charset="0"/>
            <a:cs typeface="Poppins" panose="00000500000000000000" pitchFamily="2" charset="0"/>
          </a:endParaRPr>
        </a:p>
      </dsp:txBody>
      <dsp:txXfrm rot="16200000">
        <a:off x="-473073" y="477766"/>
        <a:ext cx="1520065" cy="564532"/>
      </dsp:txXfrm>
    </dsp:sp>
    <dsp:sp modelId="{415A6834-C482-4F89-9588-384CF4E7DDF5}">
      <dsp:nvSpPr>
        <dsp:cNvPr id="0" name=""/>
        <dsp:cNvSpPr/>
      </dsp:nvSpPr>
      <dsp:spPr>
        <a:xfrm>
          <a:off x="569224" y="0"/>
          <a:ext cx="2102882" cy="185373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104226"/>
              </a:solidFill>
              <a:latin typeface="Poppins" panose="00000500000000000000" pitchFamily="2" charset="0"/>
              <a:cs typeface="Poppins" panose="00000500000000000000" pitchFamily="2" charset="0"/>
            </a:rPr>
            <a:t>Product Request GF-0011 </a:t>
          </a:r>
          <a:r>
            <a:rPr lang="en-US" sz="1200" b="0" kern="1200">
              <a:solidFill>
                <a:srgbClr val="104226"/>
              </a:solidFill>
              <a:latin typeface="Poppins" panose="00000500000000000000" pitchFamily="2" charset="0"/>
              <a:cs typeface="Poppins" panose="00000500000000000000" pitchFamily="2" charset="0"/>
            </a:rPr>
            <a:t>must </a:t>
          </a:r>
          <a:r>
            <a:rPr lang="en-US" sz="1200" kern="1200">
              <a:solidFill>
                <a:srgbClr val="104226"/>
              </a:solidFill>
              <a:latin typeface="Poppins" panose="00000500000000000000" pitchFamily="2" charset="0"/>
              <a:cs typeface="Poppins" panose="00000500000000000000" pitchFamily="2" charset="0"/>
            </a:rPr>
            <a:t>be sent for review &amp; get email approval from </a:t>
          </a:r>
          <a:r>
            <a:rPr lang="en-US" sz="1200" b="1" kern="1200">
              <a:solidFill>
                <a:srgbClr val="104226"/>
              </a:solidFill>
              <a:latin typeface="Poppins" panose="00000500000000000000" pitchFamily="2" charset="0"/>
              <a:cs typeface="Poppins" panose="00000500000000000000" pitchFamily="2" charset="0"/>
            </a:rPr>
            <a:t>Mike, Peter, Bryan &amp; Claudia</a:t>
          </a:r>
          <a:r>
            <a:rPr lang="en-US" sz="1200" kern="1200">
              <a:solidFill>
                <a:srgbClr val="104226"/>
              </a:solidFill>
              <a:latin typeface="Poppins" panose="00000500000000000000" pitchFamily="2" charset="0"/>
              <a:cs typeface="Poppins" panose="00000500000000000000" pitchFamily="2" charset="0"/>
            </a:rPr>
            <a:t> before routing in GG.</a:t>
          </a:r>
        </a:p>
        <a:p>
          <a:pPr marL="0" lvl="0" indent="0" algn="l" defTabSz="533400">
            <a:lnSpc>
              <a:spcPct val="90000"/>
            </a:lnSpc>
            <a:spcBef>
              <a:spcPct val="0"/>
            </a:spcBef>
            <a:spcAft>
              <a:spcPct val="35000"/>
            </a:spcAft>
            <a:buNone/>
          </a:pPr>
          <a:endParaRPr lang="en-US" sz="1200" kern="1200">
            <a:solidFill>
              <a:srgbClr val="104226"/>
            </a:solidFill>
            <a:latin typeface="Poppins" panose="00000500000000000000" pitchFamily="2" charset="0"/>
            <a:cs typeface="Poppins" panose="00000500000000000000" pitchFamily="2" charset="0"/>
          </a:endParaRPr>
        </a:p>
      </dsp:txBody>
      <dsp:txXfrm>
        <a:off x="569224" y="0"/>
        <a:ext cx="2102882" cy="1853738"/>
      </dsp:txXfrm>
    </dsp:sp>
    <dsp:sp modelId="{F9F7FEA5-4062-460C-8250-8605A494AC77}">
      <dsp:nvSpPr>
        <dsp:cNvPr id="0" name=""/>
        <dsp:cNvSpPr/>
      </dsp:nvSpPr>
      <dsp:spPr>
        <a:xfrm>
          <a:off x="2926146" y="0"/>
          <a:ext cx="2822660" cy="1853738"/>
        </a:xfrm>
        <a:prstGeom prst="roundRect">
          <a:avLst>
            <a:gd name="adj" fmla="val 5000"/>
          </a:avLst>
        </a:prstGeom>
        <a:solidFill>
          <a:srgbClr val="A7D4B9"/>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marL="0" lvl="0" indent="0" algn="r" defTabSz="889000">
            <a:lnSpc>
              <a:spcPct val="90000"/>
            </a:lnSpc>
            <a:spcBef>
              <a:spcPct val="0"/>
            </a:spcBef>
            <a:spcAft>
              <a:spcPct val="35000"/>
            </a:spcAft>
            <a:buNone/>
          </a:pPr>
          <a:endParaRPr lang="en-US" sz="2000" b="1" kern="1200">
            <a:solidFill>
              <a:srgbClr val="EC6726"/>
            </a:solidFill>
            <a:latin typeface="Poppins" panose="00000500000000000000" pitchFamily="2" charset="0"/>
            <a:cs typeface="Poppins" panose="00000500000000000000" pitchFamily="2" charset="0"/>
          </a:endParaRPr>
        </a:p>
      </dsp:txBody>
      <dsp:txXfrm rot="16200000">
        <a:off x="2448380" y="477766"/>
        <a:ext cx="1520065" cy="564532"/>
      </dsp:txXfrm>
    </dsp:sp>
    <dsp:sp modelId="{7EE1A06B-E70A-4569-8AD1-0F303E37E63D}">
      <dsp:nvSpPr>
        <dsp:cNvPr id="0" name=""/>
        <dsp:cNvSpPr/>
      </dsp:nvSpPr>
      <dsp:spPr>
        <a:xfrm rot="5400000">
          <a:off x="2804152" y="1376224"/>
          <a:ext cx="272215" cy="423399"/>
        </a:xfrm>
        <a:prstGeom prst="flowChartExtract">
          <a:avLst/>
        </a:prstGeom>
        <a:solidFill>
          <a:srgbClr val="104226"/>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dsp:style>
    </dsp:sp>
    <dsp:sp modelId="{08A5EC52-CD5C-4894-90E4-9F18E74C35F9}">
      <dsp:nvSpPr>
        <dsp:cNvPr id="0" name=""/>
        <dsp:cNvSpPr/>
      </dsp:nvSpPr>
      <dsp:spPr>
        <a:xfrm>
          <a:off x="3490678" y="0"/>
          <a:ext cx="2102882" cy="185373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104226"/>
              </a:solidFill>
              <a:latin typeface="Poppins" panose="00000500000000000000" pitchFamily="2" charset="0"/>
              <a:cs typeface="Poppins" panose="00000500000000000000" pitchFamily="2" charset="0"/>
            </a:rPr>
            <a:t>Sourcing Lead </a:t>
          </a:r>
          <a:r>
            <a:rPr lang="en-US" sz="1200" kern="1200">
              <a:solidFill>
                <a:srgbClr val="104226"/>
              </a:solidFill>
              <a:latin typeface="Poppins" panose="00000500000000000000" pitchFamily="2" charset="0"/>
              <a:cs typeface="Poppins" panose="00000500000000000000" pitchFamily="2" charset="0"/>
            </a:rPr>
            <a:t>to present the project progress to </a:t>
          </a:r>
          <a:r>
            <a:rPr lang="en-US" sz="1200" b="1" kern="1200">
              <a:solidFill>
                <a:srgbClr val="104226"/>
              </a:solidFill>
              <a:latin typeface="Poppins" panose="00000500000000000000" pitchFamily="2" charset="0"/>
              <a:cs typeface="Poppins" panose="00000500000000000000" pitchFamily="2" charset="0"/>
            </a:rPr>
            <a:t>NPI Committee </a:t>
          </a:r>
          <a:r>
            <a:rPr lang="en-US" sz="1200" kern="1200">
              <a:solidFill>
                <a:srgbClr val="104226"/>
              </a:solidFill>
              <a:latin typeface="Poppins" panose="00000500000000000000" pitchFamily="2" charset="0"/>
              <a:cs typeface="Poppins" panose="00000500000000000000" pitchFamily="2" charset="0"/>
            </a:rPr>
            <a:t>in Monthly Meeting.</a:t>
          </a:r>
        </a:p>
        <a:p>
          <a:pPr marL="0" lvl="0" indent="0" algn="l" defTabSz="533400">
            <a:lnSpc>
              <a:spcPct val="90000"/>
            </a:lnSpc>
            <a:spcBef>
              <a:spcPct val="0"/>
            </a:spcBef>
            <a:spcAft>
              <a:spcPct val="35000"/>
            </a:spcAft>
            <a:buNone/>
          </a:pPr>
          <a:r>
            <a:rPr lang="en-US" sz="1200" b="1" kern="1200">
              <a:solidFill>
                <a:srgbClr val="EC6726"/>
              </a:solidFill>
              <a:latin typeface="Poppins" panose="00000500000000000000" pitchFamily="2" charset="0"/>
              <a:cs typeface="Poppins" panose="00000500000000000000" pitchFamily="2" charset="0"/>
            </a:rPr>
            <a:t>Sourcing Lead </a:t>
          </a:r>
          <a:r>
            <a:rPr lang="en-US" sz="1200" b="0" kern="1200">
              <a:solidFill>
                <a:srgbClr val="104226"/>
              </a:solidFill>
              <a:latin typeface="Poppins" panose="00000500000000000000" pitchFamily="2" charset="0"/>
              <a:cs typeface="Poppins" panose="00000500000000000000" pitchFamily="2" charset="0"/>
            </a:rPr>
            <a:t>must</a:t>
          </a:r>
          <a:r>
            <a:rPr lang="en-US" sz="1200" b="1" kern="1200">
              <a:solidFill>
                <a:srgbClr val="104226"/>
              </a:solidFill>
              <a:latin typeface="Poppins" panose="00000500000000000000" pitchFamily="2" charset="0"/>
              <a:cs typeface="Poppins" panose="00000500000000000000" pitchFamily="2" charset="0"/>
            </a:rPr>
            <a:t> </a:t>
          </a:r>
          <a:r>
            <a:rPr lang="en-US" sz="1200" b="0" kern="1200">
              <a:solidFill>
                <a:srgbClr val="104226"/>
              </a:solidFill>
              <a:latin typeface="Poppins" panose="00000500000000000000" pitchFamily="2" charset="0"/>
              <a:cs typeface="Poppins" panose="00000500000000000000" pitchFamily="2" charset="0"/>
            </a:rPr>
            <a:t>provide</a:t>
          </a:r>
          <a:r>
            <a:rPr lang="en-US" sz="1200" b="1" kern="1200">
              <a:solidFill>
                <a:srgbClr val="104226"/>
              </a:solidFill>
              <a:latin typeface="Poppins" panose="00000500000000000000" pitchFamily="2" charset="0"/>
              <a:cs typeface="Poppins" panose="00000500000000000000" pitchFamily="2" charset="0"/>
            </a:rPr>
            <a:t> Project names &amp; stage </a:t>
          </a:r>
          <a:r>
            <a:rPr lang="en-US" sz="1200" b="0" kern="1200">
              <a:solidFill>
                <a:srgbClr val="104226"/>
              </a:solidFill>
              <a:latin typeface="Poppins" panose="00000500000000000000" pitchFamily="2" charset="0"/>
              <a:cs typeface="Poppins" panose="00000500000000000000" pitchFamily="2" charset="0"/>
            </a:rPr>
            <a:t>they want to present </a:t>
          </a:r>
          <a:r>
            <a:rPr lang="en-US" sz="1200" b="1" kern="1200">
              <a:solidFill>
                <a:srgbClr val="104226"/>
              </a:solidFill>
              <a:latin typeface="Poppins" panose="00000500000000000000" pitchFamily="2" charset="0"/>
              <a:cs typeface="Poppins" panose="00000500000000000000" pitchFamily="2" charset="0"/>
            </a:rPr>
            <a:t>by Week 1 Friday</a:t>
          </a:r>
          <a:r>
            <a:rPr lang="en-US" sz="1200" kern="1200">
              <a:solidFill>
                <a:srgbClr val="104226"/>
              </a:solidFill>
              <a:latin typeface="Poppins" panose="00000500000000000000" pitchFamily="2" charset="0"/>
              <a:cs typeface="Poppins" panose="00000500000000000000" pitchFamily="2" charset="0"/>
            </a:rPr>
            <a:t>.</a:t>
          </a:r>
        </a:p>
      </dsp:txBody>
      <dsp:txXfrm>
        <a:off x="3490678" y="0"/>
        <a:ext cx="2102882" cy="1853738"/>
      </dsp:txXfrm>
    </dsp:sp>
    <dsp:sp modelId="{8BF05ADA-6D59-43EC-B14F-A5316BB9A4E2}">
      <dsp:nvSpPr>
        <dsp:cNvPr id="0" name=""/>
        <dsp:cNvSpPr/>
      </dsp:nvSpPr>
      <dsp:spPr>
        <a:xfrm>
          <a:off x="5847600" y="0"/>
          <a:ext cx="2822660" cy="1853738"/>
        </a:xfrm>
        <a:prstGeom prst="roundRect">
          <a:avLst>
            <a:gd name="adj" fmla="val 5000"/>
          </a:avLst>
        </a:prstGeom>
        <a:solidFill>
          <a:srgbClr val="A7D4B9"/>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marL="0" lvl="0" indent="0" algn="r" defTabSz="889000">
            <a:lnSpc>
              <a:spcPct val="90000"/>
            </a:lnSpc>
            <a:spcBef>
              <a:spcPct val="0"/>
            </a:spcBef>
            <a:spcAft>
              <a:spcPct val="35000"/>
            </a:spcAft>
            <a:buNone/>
          </a:pPr>
          <a:endParaRPr lang="en-US" sz="2000" b="1" kern="1200">
            <a:solidFill>
              <a:srgbClr val="EC6726"/>
            </a:solidFill>
            <a:latin typeface="Poppins" panose="00000500000000000000" pitchFamily="2" charset="0"/>
            <a:cs typeface="Poppins" panose="00000500000000000000" pitchFamily="2" charset="0"/>
          </a:endParaRPr>
        </a:p>
      </dsp:txBody>
      <dsp:txXfrm rot="16200000">
        <a:off x="5369834" y="477766"/>
        <a:ext cx="1520065" cy="564532"/>
      </dsp:txXfrm>
    </dsp:sp>
    <dsp:sp modelId="{59F6AE01-BB5A-4238-BAF2-5FB9959B2596}">
      <dsp:nvSpPr>
        <dsp:cNvPr id="0" name=""/>
        <dsp:cNvSpPr/>
      </dsp:nvSpPr>
      <dsp:spPr>
        <a:xfrm rot="5400000">
          <a:off x="5725606" y="1376224"/>
          <a:ext cx="272215" cy="423399"/>
        </a:xfrm>
        <a:prstGeom prst="flowChartExtract">
          <a:avLst/>
        </a:prstGeom>
        <a:solidFill>
          <a:srgbClr val="104226"/>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dsp:style>
    </dsp:sp>
    <dsp:sp modelId="{009B3AB3-01A4-488E-A0ED-88A093BFAD41}">
      <dsp:nvSpPr>
        <dsp:cNvPr id="0" name=""/>
        <dsp:cNvSpPr/>
      </dsp:nvSpPr>
      <dsp:spPr>
        <a:xfrm>
          <a:off x="6412132" y="0"/>
          <a:ext cx="2102882" cy="185373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104226"/>
              </a:solidFill>
              <a:latin typeface="Poppins" panose="00000500000000000000" pitchFamily="2" charset="0"/>
              <a:cs typeface="Poppins" panose="00000500000000000000" pitchFamily="2" charset="0"/>
            </a:rPr>
            <a:t>Sourcing Lead </a:t>
          </a:r>
          <a:r>
            <a:rPr lang="en-US" sz="1200" kern="1200">
              <a:solidFill>
                <a:srgbClr val="104226"/>
              </a:solidFill>
              <a:latin typeface="Poppins" panose="00000500000000000000" pitchFamily="2" charset="0"/>
              <a:cs typeface="Poppins" panose="00000500000000000000" pitchFamily="2" charset="0"/>
            </a:rPr>
            <a:t>to again present the project progress to </a:t>
          </a:r>
          <a:r>
            <a:rPr lang="en-US" sz="1200" b="1" kern="1200">
              <a:solidFill>
                <a:srgbClr val="104226"/>
              </a:solidFill>
              <a:latin typeface="Poppins" panose="00000500000000000000" pitchFamily="2" charset="0"/>
              <a:cs typeface="Poppins" panose="00000500000000000000" pitchFamily="2" charset="0"/>
            </a:rPr>
            <a:t>NPI Committee </a:t>
          </a:r>
          <a:r>
            <a:rPr lang="en-US" sz="1200" kern="1200">
              <a:solidFill>
                <a:srgbClr val="104226"/>
              </a:solidFill>
              <a:latin typeface="Poppins" panose="00000500000000000000" pitchFamily="2" charset="0"/>
              <a:cs typeface="Poppins" panose="00000500000000000000" pitchFamily="2" charset="0"/>
            </a:rPr>
            <a:t>in Monthly Meeting.</a:t>
          </a:r>
        </a:p>
        <a:p>
          <a:pPr marL="0" lvl="0" indent="0" algn="l" defTabSz="533400">
            <a:lnSpc>
              <a:spcPct val="90000"/>
            </a:lnSpc>
            <a:spcBef>
              <a:spcPct val="0"/>
            </a:spcBef>
            <a:spcAft>
              <a:spcPct val="35000"/>
            </a:spcAft>
            <a:buNone/>
          </a:pPr>
          <a:r>
            <a:rPr lang="en-US" sz="1200" b="1" kern="1200">
              <a:solidFill>
                <a:srgbClr val="EC6726"/>
              </a:solidFill>
              <a:latin typeface="Poppins" panose="00000500000000000000" pitchFamily="2" charset="0"/>
              <a:cs typeface="Poppins" panose="00000500000000000000" pitchFamily="2" charset="0"/>
            </a:rPr>
            <a:t>Sourcing Lead </a:t>
          </a:r>
          <a:r>
            <a:rPr lang="en-US" sz="1200" b="0" kern="1200">
              <a:solidFill>
                <a:srgbClr val="104226"/>
              </a:solidFill>
              <a:latin typeface="Poppins" panose="00000500000000000000" pitchFamily="2" charset="0"/>
              <a:cs typeface="Poppins" panose="00000500000000000000" pitchFamily="2" charset="0"/>
            </a:rPr>
            <a:t>must</a:t>
          </a:r>
          <a:r>
            <a:rPr lang="en-US" sz="1200" b="1" kern="1200">
              <a:solidFill>
                <a:srgbClr val="104226"/>
              </a:solidFill>
              <a:latin typeface="Poppins" panose="00000500000000000000" pitchFamily="2" charset="0"/>
              <a:cs typeface="Poppins" panose="00000500000000000000" pitchFamily="2" charset="0"/>
            </a:rPr>
            <a:t> </a:t>
          </a:r>
          <a:r>
            <a:rPr lang="en-US" sz="1200" b="0" kern="1200">
              <a:solidFill>
                <a:srgbClr val="104226"/>
              </a:solidFill>
              <a:latin typeface="Poppins" panose="00000500000000000000" pitchFamily="2" charset="0"/>
              <a:cs typeface="Poppins" panose="00000500000000000000" pitchFamily="2" charset="0"/>
            </a:rPr>
            <a:t>provide</a:t>
          </a:r>
          <a:r>
            <a:rPr lang="en-US" sz="1200" b="1" kern="1200">
              <a:solidFill>
                <a:srgbClr val="104226"/>
              </a:solidFill>
              <a:latin typeface="Poppins" panose="00000500000000000000" pitchFamily="2" charset="0"/>
              <a:cs typeface="Poppins" panose="00000500000000000000" pitchFamily="2" charset="0"/>
            </a:rPr>
            <a:t> Project names &amp; stage </a:t>
          </a:r>
          <a:r>
            <a:rPr lang="en-US" sz="1200" b="0" kern="1200">
              <a:solidFill>
                <a:srgbClr val="104226"/>
              </a:solidFill>
              <a:latin typeface="Poppins" panose="00000500000000000000" pitchFamily="2" charset="0"/>
              <a:cs typeface="Poppins" panose="00000500000000000000" pitchFamily="2" charset="0"/>
            </a:rPr>
            <a:t>they want to present </a:t>
          </a:r>
          <a:r>
            <a:rPr lang="en-US" sz="1200" b="1" kern="1200">
              <a:solidFill>
                <a:srgbClr val="104226"/>
              </a:solidFill>
              <a:latin typeface="Poppins" panose="00000500000000000000" pitchFamily="2" charset="0"/>
              <a:cs typeface="Poppins" panose="00000500000000000000" pitchFamily="2" charset="0"/>
            </a:rPr>
            <a:t>by Week 1 Friday</a:t>
          </a:r>
          <a:r>
            <a:rPr lang="en-US" sz="1200" kern="1200">
              <a:solidFill>
                <a:srgbClr val="104226"/>
              </a:solidFill>
              <a:latin typeface="Poppins" panose="00000500000000000000" pitchFamily="2" charset="0"/>
              <a:cs typeface="Poppins" panose="00000500000000000000" pitchFamily="2" charset="0"/>
            </a:rPr>
            <a:t>.</a:t>
          </a:r>
          <a:endParaRPr lang="en-US" sz="1200" kern="1200"/>
        </a:p>
      </dsp:txBody>
      <dsp:txXfrm>
        <a:off x="6412132" y="0"/>
        <a:ext cx="2102882" cy="1853738"/>
      </dsp:txXfrm>
    </dsp:sp>
    <dsp:sp modelId="{B5D9B3AE-785C-493B-B730-F246AF46F257}">
      <dsp:nvSpPr>
        <dsp:cNvPr id="0" name=""/>
        <dsp:cNvSpPr/>
      </dsp:nvSpPr>
      <dsp:spPr>
        <a:xfrm>
          <a:off x="8773747" y="0"/>
          <a:ext cx="2822660" cy="1853738"/>
        </a:xfrm>
        <a:prstGeom prst="roundRect">
          <a:avLst>
            <a:gd name="adj" fmla="val 5000"/>
          </a:avLst>
        </a:prstGeom>
        <a:solidFill>
          <a:srgbClr val="A7D4B9"/>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marL="0" lvl="0" indent="0" algn="r" defTabSz="889000">
            <a:lnSpc>
              <a:spcPct val="90000"/>
            </a:lnSpc>
            <a:spcBef>
              <a:spcPct val="0"/>
            </a:spcBef>
            <a:spcAft>
              <a:spcPct val="35000"/>
            </a:spcAft>
            <a:buNone/>
          </a:pPr>
          <a:endParaRPr lang="en-US" sz="2000" b="1" kern="1200">
            <a:solidFill>
              <a:srgbClr val="EC6726"/>
            </a:solidFill>
            <a:latin typeface="Poppins" panose="00000500000000000000" pitchFamily="2" charset="0"/>
            <a:cs typeface="Poppins" panose="00000500000000000000" pitchFamily="2" charset="0"/>
          </a:endParaRPr>
        </a:p>
      </dsp:txBody>
      <dsp:txXfrm rot="16200000">
        <a:off x="8295980" y="477766"/>
        <a:ext cx="1520065" cy="564532"/>
      </dsp:txXfrm>
    </dsp:sp>
    <dsp:sp modelId="{940C395C-A415-45AD-9254-6AF2D37BAA6D}">
      <dsp:nvSpPr>
        <dsp:cNvPr id="0" name=""/>
        <dsp:cNvSpPr/>
      </dsp:nvSpPr>
      <dsp:spPr>
        <a:xfrm rot="5400000">
          <a:off x="8647060" y="1376224"/>
          <a:ext cx="272215" cy="423399"/>
        </a:xfrm>
        <a:prstGeom prst="flowChartExtract">
          <a:avLst/>
        </a:prstGeom>
        <a:solidFill>
          <a:srgbClr val="104226"/>
        </a:solidFill>
        <a:ln w="25400" cap="flat" cmpd="sng" algn="ctr">
          <a:solidFill>
            <a:srgbClr val="104226"/>
          </a:solidFill>
          <a:prstDash val="solid"/>
        </a:ln>
        <a:effectLst/>
      </dsp:spPr>
      <dsp:style>
        <a:lnRef idx="2">
          <a:scrgbClr r="0" g="0" b="0"/>
        </a:lnRef>
        <a:fillRef idx="1">
          <a:scrgbClr r="0" g="0" b="0"/>
        </a:fillRef>
        <a:effectRef idx="0">
          <a:scrgbClr r="0" g="0" b="0"/>
        </a:effectRef>
        <a:fontRef idx="minor"/>
      </dsp:style>
    </dsp:sp>
    <dsp:sp modelId="{5A34BD22-042C-4642-87B4-4C3A42427DF6}">
      <dsp:nvSpPr>
        <dsp:cNvPr id="0" name=""/>
        <dsp:cNvSpPr/>
      </dsp:nvSpPr>
      <dsp:spPr>
        <a:xfrm>
          <a:off x="9338279" y="0"/>
          <a:ext cx="2102882" cy="185373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104226"/>
              </a:solidFill>
              <a:latin typeface="Poppins" panose="00000500000000000000" pitchFamily="2" charset="0"/>
              <a:cs typeface="Poppins" panose="00000500000000000000" pitchFamily="2" charset="0"/>
            </a:rPr>
            <a:t>Sourcing Lead </a:t>
          </a:r>
          <a:r>
            <a:rPr lang="en-US" sz="1200" kern="1200">
              <a:solidFill>
                <a:srgbClr val="104226"/>
              </a:solidFill>
              <a:latin typeface="Poppins" panose="00000500000000000000" pitchFamily="2" charset="0"/>
              <a:cs typeface="Poppins" panose="00000500000000000000" pitchFamily="2" charset="0"/>
            </a:rPr>
            <a:t>to again present the project progress to </a:t>
          </a:r>
          <a:r>
            <a:rPr lang="en-US" sz="1200" b="1" kern="1200">
              <a:solidFill>
                <a:srgbClr val="104226"/>
              </a:solidFill>
              <a:latin typeface="Poppins" panose="00000500000000000000" pitchFamily="2" charset="0"/>
              <a:cs typeface="Poppins" panose="00000500000000000000" pitchFamily="2" charset="0"/>
            </a:rPr>
            <a:t>NPI Committee </a:t>
          </a:r>
          <a:r>
            <a:rPr lang="en-US" sz="1200" kern="1200">
              <a:solidFill>
                <a:srgbClr val="104226"/>
              </a:solidFill>
              <a:latin typeface="Poppins" panose="00000500000000000000" pitchFamily="2" charset="0"/>
              <a:cs typeface="Poppins" panose="00000500000000000000" pitchFamily="2" charset="0"/>
            </a:rPr>
            <a:t>in Monthly Meeting.</a:t>
          </a:r>
        </a:p>
        <a:p>
          <a:pPr marL="0" lvl="0" indent="0" algn="l" defTabSz="533400">
            <a:lnSpc>
              <a:spcPct val="90000"/>
            </a:lnSpc>
            <a:spcBef>
              <a:spcPct val="0"/>
            </a:spcBef>
            <a:spcAft>
              <a:spcPct val="35000"/>
            </a:spcAft>
            <a:buNone/>
          </a:pPr>
          <a:r>
            <a:rPr lang="en-US" sz="1200" b="1" kern="1200">
              <a:solidFill>
                <a:srgbClr val="EC6726"/>
              </a:solidFill>
              <a:latin typeface="Poppins" panose="00000500000000000000" pitchFamily="2" charset="0"/>
              <a:cs typeface="Poppins" panose="00000500000000000000" pitchFamily="2" charset="0"/>
            </a:rPr>
            <a:t>Sourcing Lead </a:t>
          </a:r>
          <a:r>
            <a:rPr lang="en-US" sz="1200" b="0" kern="1200">
              <a:solidFill>
                <a:srgbClr val="104226"/>
              </a:solidFill>
              <a:latin typeface="Poppins" panose="00000500000000000000" pitchFamily="2" charset="0"/>
              <a:cs typeface="Poppins" panose="00000500000000000000" pitchFamily="2" charset="0"/>
            </a:rPr>
            <a:t>must</a:t>
          </a:r>
          <a:r>
            <a:rPr lang="en-US" sz="1200" b="1" kern="1200">
              <a:solidFill>
                <a:srgbClr val="104226"/>
              </a:solidFill>
              <a:latin typeface="Poppins" panose="00000500000000000000" pitchFamily="2" charset="0"/>
              <a:cs typeface="Poppins" panose="00000500000000000000" pitchFamily="2" charset="0"/>
            </a:rPr>
            <a:t> </a:t>
          </a:r>
          <a:r>
            <a:rPr lang="en-US" sz="1200" b="0" kern="1200">
              <a:solidFill>
                <a:srgbClr val="104226"/>
              </a:solidFill>
              <a:latin typeface="Poppins" panose="00000500000000000000" pitchFamily="2" charset="0"/>
              <a:cs typeface="Poppins" panose="00000500000000000000" pitchFamily="2" charset="0"/>
            </a:rPr>
            <a:t>provide</a:t>
          </a:r>
          <a:r>
            <a:rPr lang="en-US" sz="1200" b="1" kern="1200">
              <a:solidFill>
                <a:srgbClr val="104226"/>
              </a:solidFill>
              <a:latin typeface="Poppins" panose="00000500000000000000" pitchFamily="2" charset="0"/>
              <a:cs typeface="Poppins" panose="00000500000000000000" pitchFamily="2" charset="0"/>
            </a:rPr>
            <a:t> Project names &amp; stage </a:t>
          </a:r>
          <a:r>
            <a:rPr lang="en-US" sz="1200" b="0" kern="1200">
              <a:solidFill>
                <a:srgbClr val="104226"/>
              </a:solidFill>
              <a:latin typeface="Poppins" panose="00000500000000000000" pitchFamily="2" charset="0"/>
              <a:cs typeface="Poppins" panose="00000500000000000000" pitchFamily="2" charset="0"/>
            </a:rPr>
            <a:t>they want to present </a:t>
          </a:r>
          <a:r>
            <a:rPr lang="en-US" sz="1200" b="1" kern="1200">
              <a:solidFill>
                <a:srgbClr val="104226"/>
              </a:solidFill>
              <a:latin typeface="Poppins" panose="00000500000000000000" pitchFamily="2" charset="0"/>
              <a:cs typeface="Poppins" panose="00000500000000000000" pitchFamily="2" charset="0"/>
            </a:rPr>
            <a:t>by Week 1 Friday</a:t>
          </a:r>
          <a:r>
            <a:rPr lang="en-US" sz="1200" kern="1200">
              <a:solidFill>
                <a:srgbClr val="104226"/>
              </a:solidFill>
              <a:latin typeface="Poppins" panose="00000500000000000000" pitchFamily="2" charset="0"/>
              <a:cs typeface="Poppins" panose="00000500000000000000" pitchFamily="2" charset="0"/>
            </a:rPr>
            <a:t>.</a:t>
          </a:r>
          <a:endParaRPr lang="en-US" sz="1200" kern="1200"/>
        </a:p>
      </dsp:txBody>
      <dsp:txXfrm>
        <a:off x="9338279" y="0"/>
        <a:ext cx="2102882" cy="1853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8B936-FED3-4A8B-8311-B15C0322D425}">
      <dsp:nvSpPr>
        <dsp:cNvPr id="0" name=""/>
        <dsp:cNvSpPr/>
      </dsp:nvSpPr>
      <dsp:spPr>
        <a:xfrm>
          <a:off x="5384" y="0"/>
          <a:ext cx="3134164" cy="919695"/>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Product Request</a:t>
          </a:r>
        </a:p>
      </dsp:txBody>
      <dsp:txXfrm>
        <a:off x="465232" y="0"/>
        <a:ext cx="2214469" cy="919695"/>
      </dsp:txXfrm>
    </dsp:sp>
    <dsp:sp modelId="{7121D421-DA1C-4251-B910-F76FC9F36218}">
      <dsp:nvSpPr>
        <dsp:cNvPr id="0" name=""/>
        <dsp:cNvSpPr/>
      </dsp:nvSpPr>
      <dsp:spPr>
        <a:xfrm>
          <a:off x="2826132" y="0"/>
          <a:ext cx="3134164" cy="919695"/>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Potential Suppliers</a:t>
          </a:r>
        </a:p>
      </dsp:txBody>
      <dsp:txXfrm>
        <a:off x="3285980" y="0"/>
        <a:ext cx="2214469" cy="919695"/>
      </dsp:txXfrm>
    </dsp:sp>
    <dsp:sp modelId="{2A4026D7-8137-41AD-B507-003B1EAD06BD}">
      <dsp:nvSpPr>
        <dsp:cNvPr id="0" name=""/>
        <dsp:cNvSpPr/>
      </dsp:nvSpPr>
      <dsp:spPr>
        <a:xfrm>
          <a:off x="5646880" y="0"/>
          <a:ext cx="3134164" cy="919695"/>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Supplier Evaluation</a:t>
          </a:r>
        </a:p>
      </dsp:txBody>
      <dsp:txXfrm>
        <a:off x="6106728" y="0"/>
        <a:ext cx="2214469" cy="919695"/>
      </dsp:txXfrm>
    </dsp:sp>
    <dsp:sp modelId="{D851DA8E-BCEF-4FA6-9436-F1160E3F5A18}">
      <dsp:nvSpPr>
        <dsp:cNvPr id="0" name=""/>
        <dsp:cNvSpPr/>
      </dsp:nvSpPr>
      <dsp:spPr>
        <a:xfrm>
          <a:off x="8467628" y="0"/>
          <a:ext cx="3134164" cy="919695"/>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Execution</a:t>
          </a:r>
          <a:endParaRPr lang="en-US" sz="1100" b="1" kern="1200">
            <a:effectLst/>
            <a:latin typeface="Poppins" panose="00000500000000000000" pitchFamily="2" charset="0"/>
            <a:cs typeface="Poppins" panose="00000500000000000000" pitchFamily="2" charset="0"/>
          </a:endParaRPr>
        </a:p>
      </dsp:txBody>
      <dsp:txXfrm>
        <a:off x="8927476" y="0"/>
        <a:ext cx="2214469" cy="9196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8B936-FED3-4A8B-8311-B15C0322D425}">
      <dsp:nvSpPr>
        <dsp:cNvPr id="0" name=""/>
        <dsp:cNvSpPr/>
      </dsp:nvSpPr>
      <dsp:spPr>
        <a:xfrm>
          <a:off x="7" y="93585"/>
          <a:ext cx="1930932"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Poppins" panose="00000500000000000000" pitchFamily="2" charset="0"/>
              <a:cs typeface="Poppins" panose="00000500000000000000" pitchFamily="2" charset="0"/>
            </a:rPr>
            <a:t>Product Request</a:t>
          </a:r>
        </a:p>
      </dsp:txBody>
      <dsp:txXfrm>
        <a:off x="485221" y="93585"/>
        <a:ext cx="960505" cy="970427"/>
      </dsp:txXfrm>
    </dsp:sp>
    <dsp:sp modelId="{7121D421-DA1C-4251-B910-F76FC9F36218}">
      <dsp:nvSpPr>
        <dsp:cNvPr id="0" name=""/>
        <dsp:cNvSpPr/>
      </dsp:nvSpPr>
      <dsp:spPr>
        <a:xfrm>
          <a:off x="1688333" y="93585"/>
          <a:ext cx="2082440"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a:latin typeface="Poppins" panose="00000500000000000000" pitchFamily="2" charset="0"/>
              <a:cs typeface="Poppins" panose="00000500000000000000" pitchFamily="2" charset="0"/>
            </a:rPr>
            <a:t>Potential Suppliers</a:t>
          </a:r>
        </a:p>
      </dsp:txBody>
      <dsp:txXfrm>
        <a:off x="2173547" y="93585"/>
        <a:ext cx="1112013" cy="970427"/>
      </dsp:txXfrm>
    </dsp:sp>
    <dsp:sp modelId="{2A4026D7-8137-41AD-B507-003B1EAD06BD}">
      <dsp:nvSpPr>
        <dsp:cNvPr id="0" name=""/>
        <dsp:cNvSpPr/>
      </dsp:nvSpPr>
      <dsp:spPr>
        <a:xfrm>
          <a:off x="3528166" y="93585"/>
          <a:ext cx="2124751"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a:latin typeface="Poppins" panose="00000500000000000000" pitchFamily="2" charset="0"/>
              <a:cs typeface="Poppins" panose="00000500000000000000" pitchFamily="2" charset="0"/>
            </a:rPr>
            <a:t>Supplier Evaluation</a:t>
          </a:r>
        </a:p>
      </dsp:txBody>
      <dsp:txXfrm>
        <a:off x="4013380" y="93585"/>
        <a:ext cx="1154324" cy="970427"/>
      </dsp:txXfrm>
    </dsp:sp>
    <dsp:sp modelId="{DA112368-3EA1-49B3-97B0-28C83A22CB5A}">
      <dsp:nvSpPr>
        <dsp:cNvPr id="0" name=""/>
        <dsp:cNvSpPr/>
      </dsp:nvSpPr>
      <dsp:spPr>
        <a:xfrm>
          <a:off x="5410311" y="93585"/>
          <a:ext cx="2273178"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190" b="1" kern="1200">
              <a:solidFill>
                <a:schemeClr val="bg1"/>
              </a:solidFill>
              <a:latin typeface="Poppins" panose="00000500000000000000" pitchFamily="2" charset="0"/>
              <a:ea typeface="Helvetica Neue"/>
              <a:cs typeface="Poppins" panose="00000500000000000000" pitchFamily="2" charset="0"/>
            </a:rPr>
            <a:t>Execution</a:t>
          </a:r>
        </a:p>
      </dsp:txBody>
      <dsp:txXfrm>
        <a:off x="5895525" y="93585"/>
        <a:ext cx="1302751" cy="970427"/>
      </dsp:txXfrm>
    </dsp:sp>
    <dsp:sp modelId="{315A85F2-9345-4746-8B6B-BDF4CE789C68}">
      <dsp:nvSpPr>
        <dsp:cNvPr id="0" name=""/>
        <dsp:cNvSpPr/>
      </dsp:nvSpPr>
      <dsp:spPr>
        <a:xfrm>
          <a:off x="7440882" y="93585"/>
          <a:ext cx="1702227"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Product Release</a:t>
          </a:r>
        </a:p>
      </dsp:txBody>
      <dsp:txXfrm>
        <a:off x="7926096" y="93585"/>
        <a:ext cx="731800" cy="970427"/>
      </dsp:txXfrm>
    </dsp:sp>
    <dsp:sp modelId="{4C41F78B-CF4E-4C8E-858B-E469D6D66B37}">
      <dsp:nvSpPr>
        <dsp:cNvPr id="0" name=""/>
        <dsp:cNvSpPr/>
      </dsp:nvSpPr>
      <dsp:spPr>
        <a:xfrm>
          <a:off x="8900503" y="93585"/>
          <a:ext cx="1830784" cy="970427"/>
        </a:xfrm>
        <a:prstGeom prst="chevron">
          <a:avLst/>
        </a:prstGeom>
        <a:solidFill>
          <a:srgbClr val="EC6726"/>
        </a:solidFill>
        <a:ln w="25400" cap="flat" cmpd="sng" algn="ctr">
          <a:solidFill>
            <a:srgbClr val="EC672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622300">
            <a:lnSpc>
              <a:spcPct val="90000"/>
            </a:lnSpc>
            <a:spcBef>
              <a:spcPct val="0"/>
            </a:spcBef>
            <a:spcAft>
              <a:spcPct val="35000"/>
            </a:spcAft>
            <a:buNone/>
          </a:pPr>
          <a:r>
            <a:rPr lang="en-US" sz="1200" b="1" kern="1200">
              <a:solidFill>
                <a:schemeClr val="bg1"/>
              </a:solidFill>
              <a:latin typeface="Poppins" panose="00000500000000000000" pitchFamily="2" charset="0"/>
              <a:ea typeface="Helvetica Neue"/>
              <a:cs typeface="Poppins" panose="00000500000000000000" pitchFamily="2" charset="0"/>
            </a:rPr>
            <a:t>Post Market Review</a:t>
          </a:r>
        </a:p>
      </dsp:txBody>
      <dsp:txXfrm>
        <a:off x="9385717" y="93585"/>
        <a:ext cx="860357" cy="9704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578703-31B7-4276-BB0F-3B6626ACB5DE}"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C6218-62EC-47B5-9432-6935CE6F622D}" type="slidenum">
              <a:rPr lang="en-US" smtClean="0"/>
              <a:t>‹#›</a:t>
            </a:fld>
            <a:endParaRPr lang="en-US"/>
          </a:p>
        </p:txBody>
      </p:sp>
    </p:spTree>
    <p:extLst>
      <p:ext uri="{BB962C8B-B14F-4D97-AF65-F5344CB8AC3E}">
        <p14:creationId xmlns:p14="http://schemas.microsoft.com/office/powerpoint/2010/main" val="424899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4C2B-5E9E-9A19-0005-ECEAB567F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F9B5-6AD5-1521-920B-9687659B5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3B6E71-0D7F-D4C7-EEA9-A4AD1CF9C67E}"/>
              </a:ext>
            </a:extLst>
          </p:cNvPr>
          <p:cNvSpPr>
            <a:spLocks noGrp="1"/>
          </p:cNvSpPr>
          <p:nvPr>
            <p:ph type="body" idx="1"/>
          </p:nvPr>
        </p:nvSpPr>
        <p:spPr/>
        <p:txBody>
          <a:bodyPr/>
          <a:lstStyle/>
          <a:p>
            <a:r>
              <a:rPr lang="en-US"/>
              <a:t>Change highlight:</a:t>
            </a:r>
            <a:br>
              <a:rPr lang="en-US"/>
            </a:br>
            <a:r>
              <a:rPr lang="en-US"/>
              <a:t>Instead of sending it to Sourcing only, it will now go to QARA + Sourcing. (Risk Assessment &amp; Supplier Requirements – Benefit – Control Tower for Sourcing Portfolio)</a:t>
            </a:r>
          </a:p>
        </p:txBody>
      </p:sp>
      <p:sp>
        <p:nvSpPr>
          <p:cNvPr id="4" name="Slide Number Placeholder 3">
            <a:extLst>
              <a:ext uri="{FF2B5EF4-FFF2-40B4-BE49-F238E27FC236}">
                <a16:creationId xmlns:a16="http://schemas.microsoft.com/office/drawing/2014/main" id="{1EAB820C-DFB0-CEAD-B794-0FB23D5C37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835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2FE3C-6E8A-6AD7-BD79-9355B0401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86A96-1C7D-1C98-FA90-31B163B47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99330-2C69-CCED-68E5-3BCDC1F6EAB9}"/>
              </a:ext>
            </a:extLst>
          </p:cNvPr>
          <p:cNvSpPr>
            <a:spLocks noGrp="1"/>
          </p:cNvSpPr>
          <p:nvPr>
            <p:ph type="body" idx="1"/>
          </p:nvPr>
        </p:nvSpPr>
        <p:spPr/>
        <p:txBody>
          <a:bodyPr/>
          <a:lstStyle/>
          <a:p>
            <a:r>
              <a:rPr lang="en-US"/>
              <a:t>Change highlight:</a:t>
            </a:r>
            <a:br>
              <a:rPr lang="en-US"/>
            </a:br>
            <a:r>
              <a:rPr lang="en-US"/>
              <a:t>Instead of sending it to Sourcing only, it will now go to </a:t>
            </a:r>
            <a:r>
              <a:rPr lang="en-US" err="1"/>
              <a:t>QARA+Sourcing</a:t>
            </a:r>
            <a:r>
              <a:rPr lang="en-US"/>
              <a:t>. (Risk Assessment &amp; Supplier Requirements – Benefit – Control Tower for Sourcing Portfolio</a:t>
            </a:r>
          </a:p>
        </p:txBody>
      </p:sp>
      <p:sp>
        <p:nvSpPr>
          <p:cNvPr id="4" name="Slide Number Placeholder 3">
            <a:extLst>
              <a:ext uri="{FF2B5EF4-FFF2-40B4-BE49-F238E27FC236}">
                <a16:creationId xmlns:a16="http://schemas.microsoft.com/office/drawing/2014/main" id="{ADC018C7-0076-4783-7D1E-20FF0CF140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9538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C750-5B16-07DE-5BFA-82655D7E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B0CC3-46FE-1F3E-1FCB-0A936E8E4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902BA-5323-C061-316D-14989B322528}"/>
              </a:ext>
            </a:extLst>
          </p:cNvPr>
          <p:cNvSpPr>
            <a:spLocks noGrp="1"/>
          </p:cNvSpPr>
          <p:nvPr>
            <p:ph type="body" idx="1"/>
          </p:nvPr>
        </p:nvSpPr>
        <p:spPr/>
        <p:txBody>
          <a:bodyPr/>
          <a:lstStyle/>
          <a:p>
            <a:r>
              <a:rPr lang="en-US"/>
              <a:t>Change highlight:</a:t>
            </a:r>
            <a:br>
              <a:rPr lang="en-US"/>
            </a:br>
            <a:r>
              <a:rPr lang="en-US"/>
              <a:t>Instead of sending it to Sourcing only, it will now go to </a:t>
            </a:r>
            <a:r>
              <a:rPr lang="en-US" err="1"/>
              <a:t>QARA+Sourcing</a:t>
            </a:r>
            <a:r>
              <a:rPr lang="en-US"/>
              <a:t>. (Risk Assessment &amp; Supplier Requirements – Benefit – Control Tower for Sourcing Portfolio</a:t>
            </a:r>
          </a:p>
        </p:txBody>
      </p:sp>
      <p:sp>
        <p:nvSpPr>
          <p:cNvPr id="4" name="Slide Number Placeholder 3">
            <a:extLst>
              <a:ext uri="{FF2B5EF4-FFF2-40B4-BE49-F238E27FC236}">
                <a16:creationId xmlns:a16="http://schemas.microsoft.com/office/drawing/2014/main" id="{2DD4307B-FA50-C9EA-8B47-3CCD5556A4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327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BA5C2-BF6B-505A-91B7-723D33D3B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52FBF-E111-5270-0BFC-FD2E1480E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F2649-8BC4-AE64-1589-7FBA6FDE0D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1AF4B2-0207-DEFD-FE2F-D4EE51166B13}"/>
              </a:ext>
            </a:extLst>
          </p:cNvPr>
          <p:cNvSpPr>
            <a:spLocks noGrp="1"/>
          </p:cNvSpPr>
          <p:nvPr>
            <p:ph type="sldNum" sz="quarter" idx="5"/>
          </p:nvPr>
        </p:nvSpPr>
        <p:spPr/>
        <p:txBody>
          <a:bodyPr/>
          <a:lstStyle/>
          <a:p>
            <a:fld id="{295C6218-62EC-47B5-9432-6935CE6F622D}" type="slidenum">
              <a:rPr lang="en-US" smtClean="0"/>
              <a:t>5</a:t>
            </a:fld>
            <a:endParaRPr lang="en-US"/>
          </a:p>
        </p:txBody>
      </p:sp>
    </p:spTree>
    <p:extLst>
      <p:ext uri="{BB962C8B-B14F-4D97-AF65-F5344CB8AC3E}">
        <p14:creationId xmlns:p14="http://schemas.microsoft.com/office/powerpoint/2010/main" val="1585802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E982-C8C0-8BEB-29BC-061579270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6B3B6-7202-667E-909B-9D565E183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39E26-8F09-F52F-D5CE-AC938C816008}"/>
              </a:ext>
            </a:extLst>
          </p:cNvPr>
          <p:cNvSpPr>
            <a:spLocks noGrp="1"/>
          </p:cNvSpPr>
          <p:nvPr>
            <p:ph type="body" idx="1"/>
          </p:nvPr>
        </p:nvSpPr>
        <p:spPr/>
        <p:txBody>
          <a:bodyPr/>
          <a:lstStyle/>
          <a:p>
            <a:r>
              <a:rPr lang="en-US"/>
              <a:t>GF-0011 should be filled only when there is a confirmed supplier. Check – GF-0011, Procedure PPT. </a:t>
            </a:r>
          </a:p>
        </p:txBody>
      </p:sp>
      <p:sp>
        <p:nvSpPr>
          <p:cNvPr id="4" name="Slide Number Placeholder 3">
            <a:extLst>
              <a:ext uri="{FF2B5EF4-FFF2-40B4-BE49-F238E27FC236}">
                <a16:creationId xmlns:a16="http://schemas.microsoft.com/office/drawing/2014/main" id="{9B35E598-F369-9338-CCB8-CCFDC75A4E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941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806A-7452-AB7E-AFCE-655362CE0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0F0D5-D3AC-A03A-65BC-108298A01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A3BA7-DAF8-A2CE-25B9-CC3AA8CE9161}"/>
              </a:ext>
            </a:extLst>
          </p:cNvPr>
          <p:cNvSpPr>
            <a:spLocks noGrp="1"/>
          </p:cNvSpPr>
          <p:nvPr>
            <p:ph type="body" idx="1"/>
          </p:nvPr>
        </p:nvSpPr>
        <p:spPr/>
        <p:txBody>
          <a:bodyPr/>
          <a:lstStyle/>
          <a:p>
            <a:r>
              <a:rPr lang="en-US"/>
              <a:t>GF-0011 should be filled only when there is a confirmed supplier. Check – GF-0011, Procedure PPT. </a:t>
            </a:r>
          </a:p>
        </p:txBody>
      </p:sp>
      <p:sp>
        <p:nvSpPr>
          <p:cNvPr id="4" name="Slide Number Placeholder 3">
            <a:extLst>
              <a:ext uri="{FF2B5EF4-FFF2-40B4-BE49-F238E27FC236}">
                <a16:creationId xmlns:a16="http://schemas.microsoft.com/office/drawing/2014/main" id="{4FAAAE99-E2ED-45D7-C65B-8BC10CD53B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2431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73B81-92F3-64C6-655F-ADB70E4C7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62E1E-D485-D244-A302-127852ABB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0A290-50CC-8FF0-346C-7EFC75E84659}"/>
              </a:ext>
            </a:extLst>
          </p:cNvPr>
          <p:cNvSpPr>
            <a:spLocks noGrp="1"/>
          </p:cNvSpPr>
          <p:nvPr>
            <p:ph type="body" idx="1"/>
          </p:nvPr>
        </p:nvSpPr>
        <p:spPr/>
        <p:txBody>
          <a:bodyPr/>
          <a:lstStyle/>
          <a:p>
            <a:r>
              <a:rPr lang="en-US"/>
              <a:t>GF-0011 should be filled only when there is a confirmed supplier. Check – GF-0011, Procedure PPT. </a:t>
            </a:r>
          </a:p>
        </p:txBody>
      </p:sp>
      <p:sp>
        <p:nvSpPr>
          <p:cNvPr id="4" name="Slide Number Placeholder 3">
            <a:extLst>
              <a:ext uri="{FF2B5EF4-FFF2-40B4-BE49-F238E27FC236}">
                <a16:creationId xmlns:a16="http://schemas.microsoft.com/office/drawing/2014/main" id="{085F6249-9EFA-280C-97BC-E488BA155F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1199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D8325-D2B1-DECA-C74E-2A4C71D0B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713A2-9E77-DEDE-17DE-3421BEEC0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259ED-DCE4-2E21-2FCD-AA360A9CE33D}"/>
              </a:ext>
            </a:extLst>
          </p:cNvPr>
          <p:cNvSpPr>
            <a:spLocks noGrp="1"/>
          </p:cNvSpPr>
          <p:nvPr>
            <p:ph type="body" idx="1"/>
          </p:nvPr>
        </p:nvSpPr>
        <p:spPr/>
        <p:txBody>
          <a:bodyPr/>
          <a:lstStyle/>
          <a:p>
            <a:r>
              <a:rPr lang="en-US"/>
              <a:t>Change highlight:</a:t>
            </a:r>
            <a:br>
              <a:rPr lang="en-US"/>
            </a:br>
            <a:r>
              <a:rPr lang="en-US"/>
              <a:t>Instead of sending it to Sourcing only, it will now go to QARA + Sourcing. (Risk Assessment &amp; Supplier Requirements – Benefit – Control Tower for Sourcing Portfolio</a:t>
            </a:r>
          </a:p>
        </p:txBody>
      </p:sp>
      <p:sp>
        <p:nvSpPr>
          <p:cNvPr id="4" name="Slide Number Placeholder 3">
            <a:extLst>
              <a:ext uri="{FF2B5EF4-FFF2-40B4-BE49-F238E27FC236}">
                <a16:creationId xmlns:a16="http://schemas.microsoft.com/office/drawing/2014/main" id="{7DD3B4BE-2ECB-7D1B-51DB-F57389D1DD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5C6218-62EC-47B5-9432-6935CE6F62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905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ytuł">
    <p:bg>
      <p:bgPr>
        <a:solidFill>
          <a:srgbClr val="F5F7E3"/>
        </a:solidFill>
        <a:effectLst/>
      </p:bgPr>
    </p:bg>
    <p:spTree>
      <p:nvGrpSpPr>
        <p:cNvPr id="1" name=""/>
        <p:cNvGrpSpPr/>
        <p:nvPr/>
      </p:nvGrpSpPr>
      <p:grpSpPr>
        <a:xfrm>
          <a:off x="0" y="0"/>
          <a:ext cx="0" cy="0"/>
          <a:chOff x="0" y="0"/>
          <a:chExt cx="0" cy="0"/>
        </a:xfrm>
      </p:grpSpPr>
      <p:sp>
        <p:nvSpPr>
          <p:cNvPr id="11" name="Treść - poziom 1…"/>
          <p:cNvSpPr txBox="1">
            <a:spLocks noGrp="1"/>
          </p:cNvSpPr>
          <p:nvPr>
            <p:ph type="body" sz="quarter" idx="1" hasCustomPrompt="1"/>
          </p:nvPr>
        </p:nvSpPr>
        <p:spPr>
          <a:xfrm>
            <a:off x="1974501" y="5304697"/>
            <a:ext cx="8239129" cy="238869"/>
          </a:xfrm>
          <a:prstGeom prst="rect">
            <a:avLst/>
          </a:prstGeom>
        </p:spPr>
        <p:txBody>
          <a:bodyPr lIns="17143" tIns="17143" rIns="17143" bIns="17143"/>
          <a:lstStyle>
            <a:lvl1pPr defTabSz="305434">
              <a:lnSpc>
                <a:spcPct val="100000"/>
              </a:lnSpc>
              <a:defRPr sz="1100" b="0">
                <a:solidFill>
                  <a:srgbClr val="000000"/>
                </a:solidFill>
                <a:latin typeface="Poppins Bold"/>
                <a:ea typeface="Poppins Bold"/>
                <a:cs typeface="Poppins Bold"/>
                <a:sym typeface="Poppins Bold"/>
              </a:defRPr>
            </a:lvl1pPr>
            <a:lvl2pPr defTabSz="305434">
              <a:lnSpc>
                <a:spcPct val="100000"/>
              </a:lnSpc>
              <a:defRPr sz="1100" b="0">
                <a:solidFill>
                  <a:srgbClr val="000000"/>
                </a:solidFill>
                <a:latin typeface="Poppins Bold"/>
                <a:ea typeface="Poppins Bold"/>
                <a:cs typeface="Poppins Bold"/>
                <a:sym typeface="Poppins Bold"/>
              </a:defRPr>
            </a:lvl2pPr>
            <a:lvl3pPr defTabSz="305434">
              <a:lnSpc>
                <a:spcPct val="100000"/>
              </a:lnSpc>
              <a:defRPr sz="1100" b="0">
                <a:solidFill>
                  <a:srgbClr val="000000"/>
                </a:solidFill>
                <a:latin typeface="Poppins Bold"/>
                <a:ea typeface="Poppins Bold"/>
                <a:cs typeface="Poppins Bold"/>
                <a:sym typeface="Poppins Bold"/>
              </a:defRPr>
            </a:lvl3pPr>
            <a:lvl4pPr defTabSz="305434">
              <a:lnSpc>
                <a:spcPct val="100000"/>
              </a:lnSpc>
              <a:defRPr sz="1100" b="0">
                <a:solidFill>
                  <a:srgbClr val="000000"/>
                </a:solidFill>
                <a:latin typeface="Poppins Bold"/>
                <a:ea typeface="Poppins Bold"/>
                <a:cs typeface="Poppins Bold"/>
                <a:sym typeface="Poppins Bold"/>
              </a:defRPr>
            </a:lvl4pPr>
            <a:lvl5pPr defTabSz="305434">
              <a:lnSpc>
                <a:spcPct val="100000"/>
              </a:lnSpc>
              <a:defRPr sz="1100" b="0">
                <a:solidFill>
                  <a:srgbClr val="000000"/>
                </a:solidFill>
                <a:latin typeface="Poppins Bold"/>
                <a:ea typeface="Poppins Bold"/>
                <a:cs typeface="Poppins Bold"/>
                <a:sym typeface="Poppins Bold"/>
              </a:defRPr>
            </a:lvl5pPr>
          </a:lstStyle>
          <a:p>
            <a:r>
              <a:t>Autor i data</a:t>
            </a:r>
          </a:p>
          <a:p>
            <a:pPr lvl="1"/>
            <a:endParaRPr/>
          </a:p>
          <a:p>
            <a:pPr lvl="2"/>
            <a:endParaRPr/>
          </a:p>
          <a:p>
            <a:pPr lvl="3"/>
            <a:endParaRPr/>
          </a:p>
          <a:p>
            <a:pPr lvl="4"/>
            <a:endParaRPr/>
          </a:p>
        </p:txBody>
      </p:sp>
      <p:sp>
        <p:nvSpPr>
          <p:cNvPr id="12" name="Tytuł prezentacji"/>
          <p:cNvSpPr txBox="1">
            <a:spLocks noGrp="1"/>
          </p:cNvSpPr>
          <p:nvPr>
            <p:ph type="title" hasCustomPrompt="1"/>
          </p:nvPr>
        </p:nvSpPr>
        <p:spPr>
          <a:xfrm>
            <a:off x="1976435" y="1822870"/>
            <a:ext cx="8239129" cy="1743077"/>
          </a:xfrm>
          <a:prstGeom prst="rect">
            <a:avLst/>
          </a:prstGeom>
        </p:spPr>
        <p:txBody>
          <a:bodyPr/>
          <a:lstStyle/>
          <a:p>
            <a:r>
              <a:t>Tytuł prezentacji</a:t>
            </a:r>
          </a:p>
        </p:txBody>
      </p:sp>
      <p:sp>
        <p:nvSpPr>
          <p:cNvPr id="13" name="Treść - poziom 1…"/>
          <p:cNvSpPr txBox="1">
            <a:spLocks noGrp="1"/>
          </p:cNvSpPr>
          <p:nvPr>
            <p:ph type="body" sz="quarter" idx="21" hasCustomPrompt="1"/>
          </p:nvPr>
        </p:nvSpPr>
        <p:spPr>
          <a:xfrm>
            <a:off x="1974502" y="3565945"/>
            <a:ext cx="8239129" cy="714377"/>
          </a:xfrm>
          <a:prstGeom prst="rect">
            <a:avLst/>
          </a:prstGeom>
        </p:spPr>
        <p:txBody>
          <a:bodyPr/>
          <a:lstStyle/>
          <a:p>
            <a:r>
              <a:t>Podtytuł prezentacji</a:t>
            </a:r>
          </a:p>
        </p:txBody>
      </p:sp>
      <p:sp>
        <p:nvSpPr>
          <p:cNvPr id="14" name="Numer slajdu"/>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54044126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ytat">
    <p:spTree>
      <p:nvGrpSpPr>
        <p:cNvPr id="1" name=""/>
        <p:cNvGrpSpPr/>
        <p:nvPr/>
      </p:nvGrpSpPr>
      <p:grpSpPr>
        <a:xfrm>
          <a:off x="0" y="0"/>
          <a:ext cx="0" cy="0"/>
          <a:chOff x="0" y="0"/>
          <a:chExt cx="0" cy="0"/>
        </a:xfrm>
      </p:grpSpPr>
      <p:sp>
        <p:nvSpPr>
          <p:cNvPr id="112" name="Treść - poziom 1…"/>
          <p:cNvSpPr txBox="1">
            <a:spLocks noGrp="1"/>
          </p:cNvSpPr>
          <p:nvPr>
            <p:ph type="body" sz="quarter" idx="1" hasCustomPrompt="1"/>
          </p:nvPr>
        </p:nvSpPr>
        <p:spPr>
          <a:xfrm>
            <a:off x="2435258" y="4860545"/>
            <a:ext cx="7575023" cy="238868"/>
          </a:xfrm>
          <a:prstGeom prst="rect">
            <a:avLst/>
          </a:prstGeom>
        </p:spPr>
        <p:txBody>
          <a:bodyPr lIns="17143" tIns="17143" rIns="17143" bIns="17143"/>
          <a:lstStyle>
            <a:lvl1pPr defTabSz="379729">
              <a:lnSpc>
                <a:spcPct val="100000"/>
              </a:lnSpc>
              <a:defRPr sz="1400">
                <a:solidFill>
                  <a:srgbClr val="000000"/>
                </a:solidFill>
              </a:defRPr>
            </a:lvl1pPr>
            <a:lvl2pPr defTabSz="379729">
              <a:lnSpc>
                <a:spcPct val="100000"/>
              </a:lnSpc>
              <a:defRPr sz="1400">
                <a:solidFill>
                  <a:srgbClr val="000000"/>
                </a:solidFill>
              </a:defRPr>
            </a:lvl2pPr>
            <a:lvl3pPr defTabSz="379729">
              <a:lnSpc>
                <a:spcPct val="100000"/>
              </a:lnSpc>
              <a:defRPr sz="1400">
                <a:solidFill>
                  <a:srgbClr val="000000"/>
                </a:solidFill>
              </a:defRPr>
            </a:lvl3pPr>
            <a:lvl4pPr defTabSz="379729">
              <a:lnSpc>
                <a:spcPct val="100000"/>
              </a:lnSpc>
              <a:defRPr sz="1400">
                <a:solidFill>
                  <a:srgbClr val="000000"/>
                </a:solidFill>
              </a:defRPr>
            </a:lvl4pPr>
            <a:lvl5pPr defTabSz="379729">
              <a:lnSpc>
                <a:spcPct val="100000"/>
              </a:lnSpc>
              <a:defRPr sz="1400">
                <a:solidFill>
                  <a:srgbClr val="000000"/>
                </a:solidFill>
              </a:defRPr>
            </a:lvl5pPr>
          </a:lstStyle>
          <a:p>
            <a:r>
              <a:t>Uznanie autorstwa</a:t>
            </a:r>
          </a:p>
          <a:p>
            <a:pPr lvl="1"/>
            <a:endParaRPr/>
          </a:p>
          <a:p>
            <a:pPr lvl="2"/>
            <a:endParaRPr/>
          </a:p>
          <a:p>
            <a:pPr lvl="3"/>
            <a:endParaRPr/>
          </a:p>
          <a:p>
            <a:pPr lvl="4"/>
            <a:endParaRPr/>
          </a:p>
        </p:txBody>
      </p:sp>
      <p:sp>
        <p:nvSpPr>
          <p:cNvPr id="113" name="Treść - poziom 1…"/>
          <p:cNvSpPr txBox="1">
            <a:spLocks noGrp="1"/>
          </p:cNvSpPr>
          <p:nvPr>
            <p:ph type="body" sz="quarter" idx="21" hasCustomPrompt="1"/>
          </p:nvPr>
        </p:nvSpPr>
        <p:spPr>
          <a:xfrm>
            <a:off x="2181719" y="2709697"/>
            <a:ext cx="7828561" cy="1438606"/>
          </a:xfrm>
          <a:prstGeom prst="rect">
            <a:avLst/>
          </a:prstGeom>
        </p:spPr>
        <p:txBody>
          <a:bodyPr/>
          <a:lstStyle>
            <a:lvl1pPr marL="234949" indent="-150437" defTabSz="1219168">
              <a:lnSpc>
                <a:spcPct val="90000"/>
              </a:lnSpc>
              <a:defRPr sz="4200" b="0" spc="-100">
                <a:solidFill>
                  <a:srgbClr val="000000"/>
                </a:solidFill>
                <a:latin typeface="Helvetica Neue Medium"/>
                <a:ea typeface="Helvetica Neue Medium"/>
                <a:cs typeface="Helvetica Neue Medium"/>
                <a:sym typeface="Helvetica Neue Medium"/>
              </a:defRPr>
            </a:lvl1pPr>
          </a:lstStyle>
          <a:p>
            <a:r>
              <a:t>„Cytat godny uwagi”</a:t>
            </a:r>
          </a:p>
        </p:txBody>
      </p:sp>
      <p:sp>
        <p:nvSpPr>
          <p:cNvPr id="114" name="Numer slajdu"/>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57696191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Zdjęcie (3 sztuki)">
    <p:spTree>
      <p:nvGrpSpPr>
        <p:cNvPr id="1" name=""/>
        <p:cNvGrpSpPr/>
        <p:nvPr/>
      </p:nvGrpSpPr>
      <p:grpSpPr>
        <a:xfrm>
          <a:off x="0" y="0"/>
          <a:ext cx="0" cy="0"/>
          <a:chOff x="0" y="0"/>
          <a:chExt cx="0" cy="0"/>
        </a:xfrm>
      </p:grpSpPr>
      <p:sp>
        <p:nvSpPr>
          <p:cNvPr id="121" name="Miska sałatki ze smażonym ryżem, gotowanymi jajkami i pałeczkami"/>
          <p:cNvSpPr>
            <a:spLocks noGrp="1"/>
          </p:cNvSpPr>
          <p:nvPr>
            <p:ph type="pic" sz="quarter" idx="21"/>
          </p:nvPr>
        </p:nvSpPr>
        <p:spPr>
          <a:xfrm>
            <a:off x="7434261" y="1238249"/>
            <a:ext cx="2789664" cy="2231132"/>
          </a:xfrm>
          <a:prstGeom prst="rect">
            <a:avLst/>
          </a:prstGeom>
        </p:spPr>
        <p:txBody>
          <a:bodyPr lIns="91439" tIns="45719" rIns="91439" bIns="45719">
            <a:noAutofit/>
          </a:bodyPr>
          <a:lstStyle/>
          <a:p>
            <a:endParaRPr/>
          </a:p>
        </p:txBody>
      </p:sp>
      <p:sp>
        <p:nvSpPr>
          <p:cNvPr id="122" name="Miska z ciasteczkami z łososia, sałatką i hummusem "/>
          <p:cNvSpPr>
            <a:spLocks noGrp="1"/>
          </p:cNvSpPr>
          <p:nvPr>
            <p:ph type="pic" sz="half" idx="22"/>
          </p:nvPr>
        </p:nvSpPr>
        <p:spPr>
          <a:xfrm>
            <a:off x="6586536" y="2349102"/>
            <a:ext cx="3914777" cy="4556319"/>
          </a:xfrm>
          <a:prstGeom prst="rect">
            <a:avLst/>
          </a:prstGeom>
        </p:spPr>
        <p:txBody>
          <a:bodyPr lIns="91439" tIns="45719" rIns="91439" bIns="45719">
            <a:noAutofit/>
          </a:bodyPr>
          <a:lstStyle/>
          <a:p>
            <a:endParaRPr/>
          </a:p>
        </p:txBody>
      </p:sp>
      <p:sp>
        <p:nvSpPr>
          <p:cNvPr id="123" name="Miska z makaronem pappardelle, masłem pietruszkowym, prażonymi orzechami oraz tartym parmezanem"/>
          <p:cNvSpPr>
            <a:spLocks noGrp="1"/>
          </p:cNvSpPr>
          <p:nvPr>
            <p:ph type="pic" sz="half" idx="23"/>
          </p:nvPr>
        </p:nvSpPr>
        <p:spPr>
          <a:xfrm>
            <a:off x="1471612" y="1042987"/>
            <a:ext cx="6229352" cy="4672015"/>
          </a:xfrm>
          <a:prstGeom prst="rect">
            <a:avLst/>
          </a:prstGeom>
        </p:spPr>
        <p:txBody>
          <a:bodyPr lIns="91439" tIns="45719" rIns="91439" bIns="45719">
            <a:noAutofit/>
          </a:bodyPr>
          <a:lstStyle/>
          <a:p>
            <a:endParaRPr/>
          </a:p>
        </p:txBody>
      </p:sp>
      <p:sp>
        <p:nvSpPr>
          <p:cNvPr id="124" name="Numer slajdu"/>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02071634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Zdjęcie">
    <p:spTree>
      <p:nvGrpSpPr>
        <p:cNvPr id="1" name=""/>
        <p:cNvGrpSpPr/>
        <p:nvPr/>
      </p:nvGrpSpPr>
      <p:grpSpPr>
        <a:xfrm>
          <a:off x="0" y="0"/>
          <a:ext cx="0" cy="0"/>
          <a:chOff x="0" y="0"/>
          <a:chExt cx="0" cy="0"/>
        </a:xfrm>
      </p:grpSpPr>
      <p:sp>
        <p:nvSpPr>
          <p:cNvPr id="131" name="miska sałatki ze smażonym ryżem, gotowanymi jajkami i pałeczkami"/>
          <p:cNvSpPr>
            <a:spLocks noGrp="1"/>
          </p:cNvSpPr>
          <p:nvPr>
            <p:ph type="pic" idx="21"/>
          </p:nvPr>
        </p:nvSpPr>
        <p:spPr>
          <a:xfrm>
            <a:off x="1023937" y="-1214438"/>
            <a:ext cx="10144126" cy="8115303"/>
          </a:xfrm>
          <a:prstGeom prst="rect">
            <a:avLst/>
          </a:prstGeom>
        </p:spPr>
        <p:txBody>
          <a:bodyPr lIns="91439" tIns="45719" rIns="91439" bIns="45719">
            <a:noAutofit/>
          </a:bodyPr>
          <a:lstStyle/>
          <a:p>
            <a:endParaRPr/>
          </a:p>
        </p:txBody>
      </p:sp>
      <p:sp>
        <p:nvSpPr>
          <p:cNvPr id="132" name="Numer slajdu"/>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266162597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usty">
    <p:spTree>
      <p:nvGrpSpPr>
        <p:cNvPr id="1" name=""/>
        <p:cNvGrpSpPr/>
        <p:nvPr/>
      </p:nvGrpSpPr>
      <p:grpSpPr>
        <a:xfrm>
          <a:off x="0" y="0"/>
          <a:ext cx="0" cy="0"/>
          <a:chOff x="0" y="0"/>
          <a:chExt cx="0" cy="0"/>
        </a:xfrm>
      </p:grpSpPr>
      <p:sp>
        <p:nvSpPr>
          <p:cNvPr id="139" name="Numer slajdu"/>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71203072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7_Tytuł i zdjęc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921D90E-9CA2-2051-A119-9C348CF0F818}"/>
              </a:ext>
            </a:extLst>
          </p:cNvPr>
          <p:cNvSpPr txBox="1">
            <a:spLocks noGrp="1"/>
          </p:cNvSpPr>
          <p:nvPr>
            <p:ph type="title"/>
          </p:nvPr>
        </p:nvSpPr>
        <p:spPr>
          <a:xfrm>
            <a:off x="1621364" y="3136457"/>
            <a:ext cx="4809916" cy="1000722"/>
          </a:xfrm>
          <a:prstGeom prst="rect">
            <a:avLst/>
          </a:prstGeom>
        </p:spPr>
        <p:txBody>
          <a:bodyPr/>
          <a:lstStyle>
            <a:lvl1pPr defTabSz="1121636">
              <a:defRPr sz="5300" b="0" spc="-150">
                <a:solidFill>
                  <a:srgbClr val="244931"/>
                </a:solidFill>
                <a:latin typeface="Poppins Bold"/>
                <a:ea typeface="Poppins Bold"/>
                <a:cs typeface="Poppins Bold"/>
                <a:sym typeface="Poppins Bold"/>
              </a:defRPr>
            </a:lvl1pPr>
          </a:lstStyle>
          <a:p>
            <a:r>
              <a:rPr lang="pl-PL"/>
              <a:t>Kliknij, aby edytować styl</a:t>
            </a:r>
            <a:endParaRPr/>
          </a:p>
        </p:txBody>
      </p:sp>
      <p:pic>
        <p:nvPicPr>
          <p:cNvPr id="2" name="Graphic 1">
            <a:extLst>
              <a:ext uri="{FF2B5EF4-FFF2-40B4-BE49-F238E27FC236}">
                <a16:creationId xmlns:a16="http://schemas.microsoft.com/office/drawing/2014/main" id="{E278BB4D-735D-3256-ABF9-09715A60D43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36192" y="6278008"/>
            <a:ext cx="1540357" cy="213280"/>
          </a:xfrm>
          <a:prstGeom prst="rect">
            <a:avLst/>
          </a:prstGeom>
        </p:spPr>
      </p:pic>
      <p:pic>
        <p:nvPicPr>
          <p:cNvPr id="3" name="Graphic 2">
            <a:extLst>
              <a:ext uri="{FF2B5EF4-FFF2-40B4-BE49-F238E27FC236}">
                <a16:creationId xmlns:a16="http://schemas.microsoft.com/office/drawing/2014/main" id="{7D22183E-B9A1-BEFE-AF4B-696B04D0BAFA}"/>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6854" y="3129633"/>
            <a:ext cx="793458" cy="595094"/>
          </a:xfrm>
          <a:prstGeom prst="rect">
            <a:avLst/>
          </a:prstGeom>
        </p:spPr>
      </p:pic>
    </p:spTree>
    <p:extLst>
      <p:ext uri="{BB962C8B-B14F-4D97-AF65-F5344CB8AC3E}">
        <p14:creationId xmlns:p14="http://schemas.microsoft.com/office/powerpoint/2010/main" val="83059922"/>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42894F-B680-9DB1-D79A-EA7ED431CED1}"/>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84115172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609600" y="1036066"/>
            <a:ext cx="5486400" cy="1737360"/>
          </a:xfrm>
        </p:spPr>
        <p:txBody>
          <a:bodyPr anchor="b" anchorCtr="0">
            <a:normAutofit/>
          </a:bodyPr>
          <a:lstStyle>
            <a:lvl1pPr>
              <a:defRPr sz="4000"/>
            </a:lvl1pPr>
          </a:lstStyle>
          <a:p>
            <a:r>
              <a:rPr lang="en-US"/>
              <a:t>Click to edit Master title style</a:t>
            </a:r>
          </a:p>
        </p:txBody>
      </p:sp>
      <p:sp>
        <p:nvSpPr>
          <p:cNvPr id="3" name="Subtitle 2"/>
          <p:cNvSpPr>
            <a:spLocks noGrp="1"/>
          </p:cNvSpPr>
          <p:nvPr>
            <p:ph type="subTitle" idx="1"/>
          </p:nvPr>
        </p:nvSpPr>
        <p:spPr bwMode="gray">
          <a:xfrm>
            <a:off x="609600" y="2971800"/>
            <a:ext cx="5486400" cy="685800"/>
          </a:xfrm>
        </p:spPr>
        <p:txBody>
          <a:bodyPr>
            <a:noAutofit/>
          </a:bodyPr>
          <a:lstStyle>
            <a:lvl1pPr marL="0" indent="0" algn="l">
              <a:spcBef>
                <a:spcPts val="9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587464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Green">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bwMode="hidden">
          <a:xfrm>
            <a:off x="0" y="0"/>
            <a:ext cx="12192000" cy="4572000"/>
          </a:xfrm>
          <a:prstGeom prst="rect">
            <a:avLst/>
          </a:prstGeom>
          <a:solidFill>
            <a:srgbClr val="E9F8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ctrTitle"/>
          </p:nvPr>
        </p:nvSpPr>
        <p:spPr bwMode="gray">
          <a:xfrm>
            <a:off x="609600" y="1036066"/>
            <a:ext cx="5486400" cy="1737360"/>
          </a:xfrm>
        </p:spPr>
        <p:txBody>
          <a:bodyPr anchor="b" anchorCtr="0">
            <a:normAutofit/>
          </a:bodyPr>
          <a:lstStyle>
            <a:lvl1pPr>
              <a:defRPr sz="4000"/>
            </a:lvl1pPr>
          </a:lstStyle>
          <a:p>
            <a:r>
              <a:rPr lang="en-US"/>
              <a:t>Click to edit Master title style</a:t>
            </a:r>
          </a:p>
        </p:txBody>
      </p:sp>
      <p:sp>
        <p:nvSpPr>
          <p:cNvPr id="3" name="Subtitle 2"/>
          <p:cNvSpPr>
            <a:spLocks noGrp="1"/>
          </p:cNvSpPr>
          <p:nvPr>
            <p:ph type="subTitle" idx="1"/>
          </p:nvPr>
        </p:nvSpPr>
        <p:spPr bwMode="gray">
          <a:xfrm>
            <a:off x="609600" y="2971800"/>
            <a:ext cx="5486400" cy="685800"/>
          </a:xfrm>
        </p:spPr>
        <p:txBody>
          <a:bodyPr>
            <a:noAutofit/>
          </a:bodyPr>
          <a:lstStyle>
            <a:lvl1pPr marL="0" indent="0" algn="l">
              <a:spcBef>
                <a:spcPts val="9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1622412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bwMode="hidden">
          <a:xfrm>
            <a:off x="0" y="0"/>
            <a:ext cx="12192000" cy="4572000"/>
          </a:xfrm>
          <a:prstGeom prst="rect">
            <a:avLst/>
          </a:prstGeom>
          <a:solidFill>
            <a:srgbClr val="E8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ctrTitle"/>
          </p:nvPr>
        </p:nvSpPr>
        <p:spPr bwMode="gray">
          <a:xfrm>
            <a:off x="609600" y="1036066"/>
            <a:ext cx="5486400" cy="1737360"/>
          </a:xfrm>
        </p:spPr>
        <p:txBody>
          <a:bodyPr anchor="b" anchorCtr="0">
            <a:normAutofit/>
          </a:bodyPr>
          <a:lstStyle>
            <a:lvl1pPr>
              <a:defRPr sz="4000"/>
            </a:lvl1pPr>
          </a:lstStyle>
          <a:p>
            <a:r>
              <a:rPr lang="en-US"/>
              <a:t>Click to edit Master title style</a:t>
            </a:r>
          </a:p>
        </p:txBody>
      </p:sp>
      <p:sp>
        <p:nvSpPr>
          <p:cNvPr id="3" name="Subtitle 2"/>
          <p:cNvSpPr>
            <a:spLocks noGrp="1"/>
          </p:cNvSpPr>
          <p:nvPr>
            <p:ph type="subTitle" idx="1"/>
          </p:nvPr>
        </p:nvSpPr>
        <p:spPr bwMode="gray">
          <a:xfrm>
            <a:off x="609600" y="2971800"/>
            <a:ext cx="5486400" cy="685800"/>
          </a:xfrm>
        </p:spPr>
        <p:txBody>
          <a:bodyPr>
            <a:noAutofit/>
          </a:bodyPr>
          <a:lstStyle>
            <a:lvl1pPr marL="0" indent="0" algn="l">
              <a:spcBef>
                <a:spcPts val="9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708952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Yellow">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bwMode="hidden">
          <a:xfrm>
            <a:off x="0" y="0"/>
            <a:ext cx="12192000" cy="4572000"/>
          </a:xfrm>
          <a:prstGeom prst="rect">
            <a:avLst/>
          </a:prstGeom>
          <a:solidFill>
            <a:srgbClr val="FEF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ctrTitle"/>
          </p:nvPr>
        </p:nvSpPr>
        <p:spPr bwMode="gray">
          <a:xfrm>
            <a:off x="609600" y="1036066"/>
            <a:ext cx="5486400" cy="1737360"/>
          </a:xfrm>
        </p:spPr>
        <p:txBody>
          <a:bodyPr anchor="b" anchorCtr="0">
            <a:normAutofit/>
          </a:bodyPr>
          <a:lstStyle>
            <a:lvl1pPr>
              <a:defRPr sz="4000"/>
            </a:lvl1pPr>
          </a:lstStyle>
          <a:p>
            <a:r>
              <a:rPr lang="en-US"/>
              <a:t>Click to edit Master title style</a:t>
            </a:r>
          </a:p>
        </p:txBody>
      </p:sp>
      <p:sp>
        <p:nvSpPr>
          <p:cNvPr id="3" name="Subtitle 2"/>
          <p:cNvSpPr>
            <a:spLocks noGrp="1"/>
          </p:cNvSpPr>
          <p:nvPr>
            <p:ph type="subTitle" idx="1"/>
          </p:nvPr>
        </p:nvSpPr>
        <p:spPr bwMode="gray">
          <a:xfrm>
            <a:off x="609600" y="2971800"/>
            <a:ext cx="5486400" cy="685800"/>
          </a:xfrm>
        </p:spPr>
        <p:txBody>
          <a:bodyPr>
            <a:noAutofit/>
          </a:bodyPr>
          <a:lstStyle>
            <a:lvl1pPr marL="0" indent="0" algn="l">
              <a:spcBef>
                <a:spcPts val="9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107048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Orange">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bwMode="hidden">
          <a:xfrm>
            <a:off x="0" y="0"/>
            <a:ext cx="12192000" cy="4572000"/>
          </a:xfrm>
          <a:prstGeom prst="rect">
            <a:avLst/>
          </a:prstGeom>
          <a:solidFill>
            <a:srgbClr val="FE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ctrTitle"/>
          </p:nvPr>
        </p:nvSpPr>
        <p:spPr bwMode="gray">
          <a:xfrm>
            <a:off x="609600" y="1036066"/>
            <a:ext cx="5486400" cy="1737360"/>
          </a:xfrm>
        </p:spPr>
        <p:txBody>
          <a:bodyPr anchor="b" anchorCtr="0">
            <a:normAutofit/>
          </a:bodyPr>
          <a:lstStyle>
            <a:lvl1pPr>
              <a:defRPr sz="4000"/>
            </a:lvl1pPr>
          </a:lstStyle>
          <a:p>
            <a:r>
              <a:rPr lang="en-US"/>
              <a:t>Click to edit Master title style</a:t>
            </a:r>
          </a:p>
        </p:txBody>
      </p:sp>
      <p:sp>
        <p:nvSpPr>
          <p:cNvPr id="3" name="Subtitle 2"/>
          <p:cNvSpPr>
            <a:spLocks noGrp="1"/>
          </p:cNvSpPr>
          <p:nvPr>
            <p:ph type="subTitle" idx="1"/>
          </p:nvPr>
        </p:nvSpPr>
        <p:spPr bwMode="gray">
          <a:xfrm>
            <a:off x="609600" y="2971800"/>
            <a:ext cx="5486400" cy="685800"/>
          </a:xfrm>
        </p:spPr>
        <p:txBody>
          <a:bodyPr>
            <a:noAutofit/>
          </a:bodyPr>
          <a:lstStyle>
            <a:lvl1pPr marL="0" indent="0" algn="l">
              <a:spcBef>
                <a:spcPts val="9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253715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able of Contents">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p>
        </p:txBody>
      </p:sp>
      <p:sp>
        <p:nvSpPr>
          <p:cNvPr id="3" name="Content Placeholder 2"/>
          <p:cNvSpPr>
            <a:spLocks noGrp="1"/>
          </p:cNvSpPr>
          <p:nvPr>
            <p:ph idx="1"/>
          </p:nvPr>
        </p:nvSpPr>
        <p:spPr bwMode="gray"/>
        <p:txBody>
          <a:bodyPr/>
          <a:lstStyle>
            <a:lvl1pPr marL="342900" indent="-342900">
              <a:buFont typeface="+mj-lt"/>
              <a:buAutoNum type="arabicPeriod"/>
              <a:tabLst>
                <a:tab pos="339725" algn="l"/>
              </a:tabLst>
              <a:defRPr sz="2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5" name="Footer Placeholder 4"/>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3026356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04800" y="228600"/>
            <a:ext cx="11734800" cy="457200"/>
          </a:xfrm>
        </p:spPr>
        <p:txBody>
          <a:bodyPr/>
          <a:lstStyle/>
          <a:p>
            <a:r>
              <a:rPr lang="en-US"/>
              <a:t>Click to edit Master title style</a:t>
            </a:r>
          </a:p>
        </p:txBody>
      </p:sp>
      <p:sp>
        <p:nvSpPr>
          <p:cNvPr id="3" name="Content Placeholder 2"/>
          <p:cNvSpPr>
            <a:spLocks noGrp="1"/>
          </p:cNvSpPr>
          <p:nvPr>
            <p:ph idx="1"/>
          </p:nvPr>
        </p:nvSpPr>
        <p:spPr bwMode="gray">
          <a:xfrm>
            <a:off x="304800" y="800100"/>
            <a:ext cx="11734800" cy="5372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5" name="Footer Placeholder 4"/>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500689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Line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609600" y="1691640"/>
            <a:ext cx="94488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609600" y="423005"/>
            <a:ext cx="9448800" cy="914400"/>
          </a:xfrm>
        </p:spPr>
        <p:txBody>
          <a:bodyPr/>
          <a:lstStyle/>
          <a:p>
            <a:r>
              <a:rPr lang="en-US"/>
              <a:t>Click to edit Master title style</a:t>
            </a:r>
          </a:p>
        </p:txBody>
      </p:sp>
      <p:sp>
        <p:nvSpPr>
          <p:cNvPr id="5" name="Date Placeholder 4"/>
          <p:cNvSpPr>
            <a:spLocks noGrp="1"/>
          </p:cNvSpPr>
          <p:nvPr>
            <p:ph type="dt" sz="half" idx="10"/>
          </p:nvPr>
        </p:nvSpPr>
        <p:spPr/>
        <p:txBody>
          <a:bodyPr/>
          <a:lstStyle/>
          <a:p>
            <a:r>
              <a:rPr lang="en-US">
                <a:solidFill>
                  <a:srgbClr val="000000"/>
                </a:solidFill>
              </a:rPr>
              <a:t>Month 00, 0000</a:t>
            </a:r>
          </a:p>
        </p:txBody>
      </p:sp>
      <p:sp>
        <p:nvSpPr>
          <p:cNvPr id="8" name="Footer Placeholder 7"/>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
        <p:nvSpPr>
          <p:cNvPr id="9" name="Slide Number Placeholder 8"/>
          <p:cNvSpPr>
            <a:spLocks noGrp="1"/>
          </p:cNvSpPr>
          <p:nvPr>
            <p:ph type="sldNum" sz="quarter" idx="12"/>
          </p:nvPr>
        </p:nvSpPr>
        <p:spPr/>
        <p:txBody>
          <a:bodyPr/>
          <a:lstStyle/>
          <a:p>
            <a:fld id="{E12D0507-9F86-7A45-BE8E-43760B9F92AA}"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193806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3352800" y="1280160"/>
            <a:ext cx="5486400" cy="4114800"/>
            <a:chOff x="2514600" y="365760"/>
            <a:chExt cx="4114800" cy="4114800"/>
          </a:xfrm>
        </p:grpSpPr>
        <p:sp>
          <p:nvSpPr>
            <p:cNvPr id="7" name="Oval 6"/>
            <p:cNvSpPr>
              <a:spLocks noChangeAspect="1"/>
            </p:cNvSpPr>
            <p:nvPr userDrawn="1"/>
          </p:nvSpPr>
          <p:spPr bwMode="gray">
            <a:xfrm>
              <a:off x="2514600" y="3657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365760"/>
              <a:ext cx="4114800" cy="4114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2" name="Title 1"/>
          <p:cNvSpPr>
            <a:spLocks noGrp="1"/>
          </p:cNvSpPr>
          <p:nvPr>
            <p:ph type="title"/>
          </p:nvPr>
        </p:nvSpPr>
        <p:spPr bwMode="gray">
          <a:xfrm>
            <a:off x="4450080" y="2103120"/>
            <a:ext cx="3291840" cy="2468880"/>
          </a:xfrm>
        </p:spPr>
        <p:txBody>
          <a:bodyPr lIns="0" rIns="0" anchor="ctr" anchorCtr="0">
            <a:normAutofit/>
          </a:bodyPr>
          <a:lstStyle>
            <a:lvl1pPr algn="l">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5" name="Footer Placeholder 4"/>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442182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Green">
    <p:bg>
      <p:bgPr>
        <a:solidFill>
          <a:schemeClr val="accent2"/>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3352800" y="1280160"/>
            <a:ext cx="5486400" cy="4114800"/>
            <a:chOff x="2514600" y="1280160"/>
            <a:chExt cx="4114800" cy="4114800"/>
          </a:xfrm>
        </p:grpSpPr>
        <p:sp>
          <p:nvSpPr>
            <p:cNvPr id="7" name="Oval 6"/>
            <p:cNvSpPr>
              <a:spLocks noChangeAspect="1"/>
            </p:cNvSpPr>
            <p:nvPr userDrawn="1"/>
          </p:nvSpPr>
          <p:spPr bwMode="gray">
            <a:xfrm>
              <a:off x="2514600" y="12801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1280160"/>
              <a:ext cx="4114800" cy="4114800"/>
            </a:xfrm>
            <a:prstGeom prst="ellipse">
              <a:avLst/>
            </a:prstGeom>
            <a:solidFill>
              <a:srgbClr val="E9F8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2" name="Title 1"/>
          <p:cNvSpPr>
            <a:spLocks noGrp="1"/>
          </p:cNvSpPr>
          <p:nvPr userDrawn="1">
            <p:ph type="title"/>
          </p:nvPr>
        </p:nvSpPr>
        <p:spPr bwMode="gray">
          <a:xfrm>
            <a:off x="4450080" y="2103120"/>
            <a:ext cx="3291840" cy="2468880"/>
          </a:xfrm>
        </p:spPr>
        <p:txBody>
          <a:bodyPr lIns="0" rIns="0" anchor="ctr" anchorCtr="0">
            <a:normAutofit/>
          </a:bodyPr>
          <a:lstStyle>
            <a:lvl1pPr algn="l">
              <a:defRPr sz="4000" b="1" cap="none"/>
            </a:lvl1pPr>
          </a:lstStyle>
          <a:p>
            <a:r>
              <a:rPr lang="en-US"/>
              <a:t>Click to edit Master title style</a:t>
            </a:r>
          </a:p>
        </p:txBody>
      </p:sp>
      <p:sp>
        <p:nvSpPr>
          <p:cNvPr id="4" name="Date Placeholder 3"/>
          <p:cNvSpPr>
            <a:spLocks noGrp="1"/>
          </p:cNvSpPr>
          <p:nvPr userDrawn="1">
            <p:ph type="dt" sz="half" idx="10"/>
          </p:nvPr>
        </p:nvSpPr>
        <p:spPr bwMode="gray"/>
        <p:txBody>
          <a:bodyPr/>
          <a:lstStyle/>
          <a:p>
            <a:r>
              <a:rPr lang="en-US">
                <a:solidFill>
                  <a:srgbClr val="000000"/>
                </a:solidFill>
              </a:rPr>
              <a:t>Month 00, 0000</a:t>
            </a:r>
          </a:p>
        </p:txBody>
      </p:sp>
      <p:sp>
        <p:nvSpPr>
          <p:cNvPr id="6" name="Slide Number Placeholder 5"/>
          <p:cNvSpPr>
            <a:spLocks noGrp="1"/>
          </p:cNvSpPr>
          <p:nvPr userDrawn="1">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3" name="Footer Placeholder 2"/>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334543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 Blue">
    <p:bg>
      <p:bgPr>
        <a:solidFill>
          <a:schemeClr val="accent2"/>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3352800" y="1280160"/>
            <a:ext cx="5486400" cy="4114800"/>
            <a:chOff x="2514600" y="1280160"/>
            <a:chExt cx="4114800" cy="4114800"/>
          </a:xfrm>
        </p:grpSpPr>
        <p:sp>
          <p:nvSpPr>
            <p:cNvPr id="7" name="Oval 6"/>
            <p:cNvSpPr>
              <a:spLocks noChangeAspect="1"/>
            </p:cNvSpPr>
            <p:nvPr userDrawn="1"/>
          </p:nvSpPr>
          <p:spPr bwMode="gray">
            <a:xfrm>
              <a:off x="2514600" y="12801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1280160"/>
              <a:ext cx="4114800" cy="4114800"/>
            </a:xfrm>
            <a:prstGeom prst="ellipse">
              <a:avLst/>
            </a:prstGeom>
            <a:solidFill>
              <a:srgbClr val="E8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2" name="Title 1"/>
          <p:cNvSpPr>
            <a:spLocks noGrp="1"/>
          </p:cNvSpPr>
          <p:nvPr userDrawn="1">
            <p:ph type="title"/>
          </p:nvPr>
        </p:nvSpPr>
        <p:spPr bwMode="gray">
          <a:xfrm>
            <a:off x="4450080" y="2103120"/>
            <a:ext cx="3291840" cy="2468880"/>
          </a:xfrm>
        </p:spPr>
        <p:txBody>
          <a:bodyPr lIns="0" rIns="0" anchor="ctr" anchorCtr="0">
            <a:normAutofit/>
          </a:bodyPr>
          <a:lstStyle>
            <a:lvl1pPr algn="l">
              <a:defRPr sz="4000" b="1" cap="none"/>
            </a:lvl1pPr>
          </a:lstStyle>
          <a:p>
            <a:r>
              <a:rPr lang="en-US"/>
              <a:t>Click to edit Master title style</a:t>
            </a:r>
          </a:p>
        </p:txBody>
      </p:sp>
      <p:sp>
        <p:nvSpPr>
          <p:cNvPr id="4" name="Date Placeholder 3"/>
          <p:cNvSpPr>
            <a:spLocks noGrp="1"/>
          </p:cNvSpPr>
          <p:nvPr userDrawn="1">
            <p:ph type="dt" sz="half" idx="10"/>
          </p:nvPr>
        </p:nvSpPr>
        <p:spPr bwMode="gray"/>
        <p:txBody>
          <a:bodyPr/>
          <a:lstStyle/>
          <a:p>
            <a:r>
              <a:rPr lang="en-US">
                <a:solidFill>
                  <a:srgbClr val="000000"/>
                </a:solidFill>
              </a:rPr>
              <a:t>Month 00, 0000</a:t>
            </a:r>
          </a:p>
        </p:txBody>
      </p:sp>
      <p:sp>
        <p:nvSpPr>
          <p:cNvPr id="6" name="Slide Number Placeholder 5"/>
          <p:cNvSpPr>
            <a:spLocks noGrp="1"/>
          </p:cNvSpPr>
          <p:nvPr userDrawn="1">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5" name="Footer Placeholder 4"/>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13739671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Yellow">
    <p:bg>
      <p:bgPr>
        <a:solidFill>
          <a:schemeClr val="accent2"/>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3352800" y="1280160"/>
            <a:ext cx="5486400" cy="4114800"/>
            <a:chOff x="2514600" y="1280160"/>
            <a:chExt cx="4114800" cy="4114800"/>
          </a:xfrm>
        </p:grpSpPr>
        <p:sp>
          <p:nvSpPr>
            <p:cNvPr id="7" name="Oval 6"/>
            <p:cNvSpPr>
              <a:spLocks noChangeAspect="1"/>
            </p:cNvSpPr>
            <p:nvPr userDrawn="1"/>
          </p:nvSpPr>
          <p:spPr bwMode="gray">
            <a:xfrm>
              <a:off x="2514600" y="12801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1280160"/>
              <a:ext cx="4114800" cy="4114800"/>
            </a:xfrm>
            <a:prstGeom prst="ellipse">
              <a:avLst/>
            </a:prstGeom>
            <a:solidFill>
              <a:srgbClr val="FEF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2" name="Title 1"/>
          <p:cNvSpPr>
            <a:spLocks noGrp="1"/>
          </p:cNvSpPr>
          <p:nvPr userDrawn="1">
            <p:ph type="title"/>
          </p:nvPr>
        </p:nvSpPr>
        <p:spPr bwMode="gray">
          <a:xfrm>
            <a:off x="4450080" y="2103120"/>
            <a:ext cx="3291840" cy="2468880"/>
          </a:xfrm>
        </p:spPr>
        <p:txBody>
          <a:bodyPr lIns="0" rIns="0" anchor="ctr" anchorCtr="0">
            <a:normAutofit/>
          </a:bodyPr>
          <a:lstStyle>
            <a:lvl1pPr algn="l">
              <a:defRPr sz="4000" b="1" cap="none"/>
            </a:lvl1pPr>
          </a:lstStyle>
          <a:p>
            <a:r>
              <a:rPr lang="en-US"/>
              <a:t>Click to edit Master title style</a:t>
            </a:r>
          </a:p>
        </p:txBody>
      </p:sp>
      <p:sp>
        <p:nvSpPr>
          <p:cNvPr id="4" name="Date Placeholder 3"/>
          <p:cNvSpPr>
            <a:spLocks noGrp="1"/>
          </p:cNvSpPr>
          <p:nvPr userDrawn="1">
            <p:ph type="dt" sz="half" idx="10"/>
          </p:nvPr>
        </p:nvSpPr>
        <p:spPr bwMode="gray"/>
        <p:txBody>
          <a:bodyPr/>
          <a:lstStyle/>
          <a:p>
            <a:r>
              <a:rPr lang="en-US">
                <a:solidFill>
                  <a:srgbClr val="000000"/>
                </a:solidFill>
              </a:rPr>
              <a:t>Month 00, 0000</a:t>
            </a:r>
          </a:p>
        </p:txBody>
      </p:sp>
      <p:sp>
        <p:nvSpPr>
          <p:cNvPr id="6" name="Slide Number Placeholder 5"/>
          <p:cNvSpPr>
            <a:spLocks noGrp="1"/>
          </p:cNvSpPr>
          <p:nvPr userDrawn="1">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3" name="Footer Placeholder 2"/>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848925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Orange">
    <p:bg>
      <p:bgPr>
        <a:solidFill>
          <a:schemeClr val="accent2"/>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3352800" y="1280160"/>
            <a:ext cx="5486400" cy="4114800"/>
            <a:chOff x="2514600" y="1280160"/>
            <a:chExt cx="4114800" cy="4114800"/>
          </a:xfrm>
        </p:grpSpPr>
        <p:sp>
          <p:nvSpPr>
            <p:cNvPr id="7" name="Oval 6"/>
            <p:cNvSpPr>
              <a:spLocks noChangeAspect="1"/>
            </p:cNvSpPr>
            <p:nvPr userDrawn="1"/>
          </p:nvSpPr>
          <p:spPr bwMode="gray">
            <a:xfrm>
              <a:off x="2514600" y="12801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1280160"/>
              <a:ext cx="4114800" cy="4114800"/>
            </a:xfrm>
            <a:prstGeom prst="ellipse">
              <a:avLst/>
            </a:prstGeom>
            <a:solidFill>
              <a:srgbClr val="FE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2" name="Title 1"/>
          <p:cNvSpPr>
            <a:spLocks noGrp="1"/>
          </p:cNvSpPr>
          <p:nvPr userDrawn="1">
            <p:ph type="title"/>
          </p:nvPr>
        </p:nvSpPr>
        <p:spPr bwMode="gray">
          <a:xfrm>
            <a:off x="4450080" y="2103120"/>
            <a:ext cx="3291840" cy="2468880"/>
          </a:xfrm>
        </p:spPr>
        <p:txBody>
          <a:bodyPr lIns="0" rIns="0" anchor="ctr" anchorCtr="0">
            <a:normAutofit/>
          </a:bodyPr>
          <a:lstStyle>
            <a:lvl1pPr algn="l">
              <a:defRPr sz="4000" b="1" cap="none"/>
            </a:lvl1pPr>
          </a:lstStyle>
          <a:p>
            <a:r>
              <a:rPr lang="en-US"/>
              <a:t>Click to edit Master title style</a:t>
            </a:r>
          </a:p>
        </p:txBody>
      </p:sp>
      <p:sp>
        <p:nvSpPr>
          <p:cNvPr id="4" name="Date Placeholder 3"/>
          <p:cNvSpPr>
            <a:spLocks noGrp="1"/>
          </p:cNvSpPr>
          <p:nvPr userDrawn="1">
            <p:ph type="dt" sz="half" idx="10"/>
          </p:nvPr>
        </p:nvSpPr>
        <p:spPr bwMode="gray"/>
        <p:txBody>
          <a:bodyPr/>
          <a:lstStyle/>
          <a:p>
            <a:r>
              <a:rPr lang="en-US">
                <a:solidFill>
                  <a:srgbClr val="000000"/>
                </a:solidFill>
              </a:rPr>
              <a:t>Month 00, 0000</a:t>
            </a:r>
          </a:p>
        </p:txBody>
      </p:sp>
      <p:sp>
        <p:nvSpPr>
          <p:cNvPr id="6" name="Slide Number Placeholder 5"/>
          <p:cNvSpPr>
            <a:spLocks noGrp="1"/>
          </p:cNvSpPr>
          <p:nvPr userDrawn="1">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3" name="Footer Placeholder 2"/>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3170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ternate Section Head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09600" y="403577"/>
            <a:ext cx="5181600" cy="2514600"/>
          </a:xfrm>
        </p:spPr>
        <p:txBody>
          <a:bodyPr lIns="0" rIns="0" anchor="t" anchorCtr="0">
            <a:noAutofit/>
          </a:bodyPr>
          <a:lstStyle>
            <a:lvl1pPr algn="l">
              <a:lnSpc>
                <a:spcPct val="90000"/>
              </a:lnSpc>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Text Placeholder 9"/>
          <p:cNvSpPr>
            <a:spLocks noGrp="1"/>
          </p:cNvSpPr>
          <p:nvPr>
            <p:ph type="body" sz="quarter" idx="13"/>
          </p:nvPr>
        </p:nvSpPr>
        <p:spPr>
          <a:xfrm>
            <a:off x="6400799" y="413480"/>
            <a:ext cx="5181600" cy="3657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p:cNvSpPr>
            <a:spLocks noGrp="1"/>
          </p:cNvSpPr>
          <p:nvPr>
            <p:ph type="ftr" sz="quarter" idx="14"/>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42171875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ternate Section Header Green">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bwMode="hidden">
          <a:xfrm>
            <a:off x="0" y="0"/>
            <a:ext cx="12192000" cy="4572000"/>
          </a:xfrm>
          <a:prstGeom prst="rect">
            <a:avLst/>
          </a:prstGeom>
          <a:solidFill>
            <a:srgbClr val="E9F8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title"/>
          </p:nvPr>
        </p:nvSpPr>
        <p:spPr bwMode="gray">
          <a:xfrm>
            <a:off x="609600" y="403577"/>
            <a:ext cx="5181600" cy="2514600"/>
          </a:xfrm>
        </p:spPr>
        <p:txBody>
          <a:bodyPr lIns="0" rIns="0" anchor="t" anchorCtr="0">
            <a:noAutofit/>
          </a:bodyPr>
          <a:lstStyle>
            <a:lvl1pPr algn="l">
              <a:lnSpc>
                <a:spcPct val="90000"/>
              </a:lnSpc>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Text Placeholder 9"/>
          <p:cNvSpPr>
            <a:spLocks noGrp="1"/>
          </p:cNvSpPr>
          <p:nvPr>
            <p:ph type="body" sz="quarter" idx="13"/>
          </p:nvPr>
        </p:nvSpPr>
        <p:spPr>
          <a:xfrm>
            <a:off x="6400799" y="413480"/>
            <a:ext cx="5181600" cy="3657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p:cNvSpPr>
            <a:spLocks noGrp="1"/>
          </p:cNvSpPr>
          <p:nvPr>
            <p:ph type="ftr" sz="quarter" idx="14"/>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245752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ternate Section Header Blue">
    <p:bg>
      <p:bgPr>
        <a:solidFill>
          <a:schemeClr val="accent2"/>
        </a:solidFill>
        <a:effectLst/>
      </p:bgPr>
    </p:bg>
    <p:spTree>
      <p:nvGrpSpPr>
        <p:cNvPr id="1" name=""/>
        <p:cNvGrpSpPr/>
        <p:nvPr/>
      </p:nvGrpSpPr>
      <p:grpSpPr>
        <a:xfrm>
          <a:off x="0" y="0"/>
          <a:ext cx="0" cy="0"/>
          <a:chOff x="0" y="0"/>
          <a:chExt cx="0" cy="0"/>
        </a:xfrm>
      </p:grpSpPr>
      <p:sp>
        <p:nvSpPr>
          <p:cNvPr id="8" name="Rectangle 7"/>
          <p:cNvSpPr/>
          <p:nvPr userDrawn="1"/>
        </p:nvSpPr>
        <p:spPr bwMode="hidden">
          <a:xfrm>
            <a:off x="0" y="0"/>
            <a:ext cx="12192000" cy="4572000"/>
          </a:xfrm>
          <a:prstGeom prst="rect">
            <a:avLst/>
          </a:prstGeom>
          <a:solidFill>
            <a:srgbClr val="E8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title"/>
          </p:nvPr>
        </p:nvSpPr>
        <p:spPr bwMode="gray">
          <a:xfrm>
            <a:off x="609600" y="403577"/>
            <a:ext cx="5181600" cy="2514600"/>
          </a:xfrm>
        </p:spPr>
        <p:txBody>
          <a:bodyPr lIns="0" rIns="0" anchor="t" anchorCtr="0">
            <a:noAutofit/>
          </a:bodyPr>
          <a:lstStyle>
            <a:lvl1pPr algn="l">
              <a:lnSpc>
                <a:spcPct val="90000"/>
              </a:lnSpc>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Text Placeholder 9"/>
          <p:cNvSpPr>
            <a:spLocks noGrp="1"/>
          </p:cNvSpPr>
          <p:nvPr>
            <p:ph type="body" sz="quarter" idx="13"/>
          </p:nvPr>
        </p:nvSpPr>
        <p:spPr>
          <a:xfrm>
            <a:off x="6400799" y="413480"/>
            <a:ext cx="5181600" cy="3657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p:cNvSpPr>
            <a:spLocks noGrp="1"/>
          </p:cNvSpPr>
          <p:nvPr>
            <p:ph type="ftr" sz="quarter" idx="14"/>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5001949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ternate Section Header Yellow">
    <p:bg>
      <p:bgPr>
        <a:solidFill>
          <a:schemeClr val="accent2"/>
        </a:solidFill>
        <a:effectLst/>
      </p:bgPr>
    </p:bg>
    <p:spTree>
      <p:nvGrpSpPr>
        <p:cNvPr id="1" name=""/>
        <p:cNvGrpSpPr/>
        <p:nvPr/>
      </p:nvGrpSpPr>
      <p:grpSpPr>
        <a:xfrm>
          <a:off x="0" y="0"/>
          <a:ext cx="0" cy="0"/>
          <a:chOff x="0" y="0"/>
          <a:chExt cx="0" cy="0"/>
        </a:xfrm>
      </p:grpSpPr>
      <p:sp>
        <p:nvSpPr>
          <p:cNvPr id="8" name="Rectangle 7"/>
          <p:cNvSpPr/>
          <p:nvPr userDrawn="1"/>
        </p:nvSpPr>
        <p:spPr bwMode="hidden">
          <a:xfrm>
            <a:off x="0" y="0"/>
            <a:ext cx="12192000" cy="4572000"/>
          </a:xfrm>
          <a:prstGeom prst="rect">
            <a:avLst/>
          </a:prstGeom>
          <a:solidFill>
            <a:srgbClr val="FEF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title"/>
          </p:nvPr>
        </p:nvSpPr>
        <p:spPr bwMode="gray">
          <a:xfrm>
            <a:off x="609600" y="403577"/>
            <a:ext cx="5181600" cy="2514600"/>
          </a:xfrm>
        </p:spPr>
        <p:txBody>
          <a:bodyPr lIns="0" rIns="0" anchor="t" anchorCtr="0">
            <a:noAutofit/>
          </a:bodyPr>
          <a:lstStyle>
            <a:lvl1pPr algn="l">
              <a:lnSpc>
                <a:spcPct val="90000"/>
              </a:lnSpc>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Text Placeholder 9"/>
          <p:cNvSpPr>
            <a:spLocks noGrp="1"/>
          </p:cNvSpPr>
          <p:nvPr>
            <p:ph type="body" sz="quarter" idx="13"/>
          </p:nvPr>
        </p:nvSpPr>
        <p:spPr>
          <a:xfrm>
            <a:off x="6400799" y="413480"/>
            <a:ext cx="5181600" cy="3657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p:cNvSpPr>
            <a:spLocks noGrp="1"/>
          </p:cNvSpPr>
          <p:nvPr>
            <p:ph type="ftr" sz="quarter" idx="14"/>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818654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lternate Section Header Orange">
    <p:bg>
      <p:bgPr>
        <a:solidFill>
          <a:schemeClr val="accent2"/>
        </a:solidFill>
        <a:effectLst/>
      </p:bgPr>
    </p:bg>
    <p:spTree>
      <p:nvGrpSpPr>
        <p:cNvPr id="1" name=""/>
        <p:cNvGrpSpPr/>
        <p:nvPr/>
      </p:nvGrpSpPr>
      <p:grpSpPr>
        <a:xfrm>
          <a:off x="0" y="0"/>
          <a:ext cx="0" cy="0"/>
          <a:chOff x="0" y="0"/>
          <a:chExt cx="0" cy="0"/>
        </a:xfrm>
      </p:grpSpPr>
      <p:sp>
        <p:nvSpPr>
          <p:cNvPr id="8" name="Rectangle 7"/>
          <p:cNvSpPr/>
          <p:nvPr userDrawn="1"/>
        </p:nvSpPr>
        <p:spPr bwMode="hidden">
          <a:xfrm>
            <a:off x="0" y="0"/>
            <a:ext cx="12192000" cy="4572000"/>
          </a:xfrm>
          <a:prstGeom prst="rect">
            <a:avLst/>
          </a:prstGeom>
          <a:solidFill>
            <a:srgbClr val="FE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 name="Title 1"/>
          <p:cNvSpPr>
            <a:spLocks noGrp="1"/>
          </p:cNvSpPr>
          <p:nvPr>
            <p:ph type="title"/>
          </p:nvPr>
        </p:nvSpPr>
        <p:spPr bwMode="gray">
          <a:xfrm>
            <a:off x="609600" y="403577"/>
            <a:ext cx="5181600" cy="2514600"/>
          </a:xfrm>
        </p:spPr>
        <p:txBody>
          <a:bodyPr lIns="0" rIns="0" anchor="t" anchorCtr="0">
            <a:noAutofit/>
          </a:bodyPr>
          <a:lstStyle>
            <a:lvl1pPr algn="l">
              <a:lnSpc>
                <a:spcPct val="90000"/>
              </a:lnSpc>
              <a:defRPr sz="4000" b="1" cap="none"/>
            </a:lvl1pPr>
          </a:lstStyle>
          <a:p>
            <a:r>
              <a:rPr lang="en-US"/>
              <a:t>Click to edit Master title style</a:t>
            </a:r>
          </a:p>
        </p:txBody>
      </p:sp>
      <p:sp>
        <p:nvSpPr>
          <p:cNvPr id="4" name="Date Placeholder 3"/>
          <p:cNvSpPr>
            <a:spLocks noGrp="1"/>
          </p:cNvSpPr>
          <p:nvPr>
            <p:ph type="dt" sz="half" idx="10"/>
          </p:nvPr>
        </p:nvSpPr>
        <p:spPr bwMode="gray"/>
        <p:txBody>
          <a:bodyPr/>
          <a:lstStyle/>
          <a:p>
            <a:r>
              <a:rPr lang="en-US">
                <a:solidFill>
                  <a:srgbClr val="000000"/>
                </a:solidFill>
              </a:rPr>
              <a:t>Month 00, 0000</a:t>
            </a:r>
          </a:p>
        </p:txBody>
      </p:sp>
      <p:sp>
        <p:nvSpPr>
          <p:cNvPr id="6" name="Slide Number Placeholder 5"/>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Text Placeholder 9"/>
          <p:cNvSpPr>
            <a:spLocks noGrp="1"/>
          </p:cNvSpPr>
          <p:nvPr>
            <p:ph type="body" sz="quarter" idx="13"/>
          </p:nvPr>
        </p:nvSpPr>
        <p:spPr>
          <a:xfrm>
            <a:off x="6400799" y="413480"/>
            <a:ext cx="5181600" cy="3657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p:cNvSpPr>
            <a:spLocks noGrp="1"/>
          </p:cNvSpPr>
          <p:nvPr>
            <p:ph type="ftr" sz="quarter" idx="14"/>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34031814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09600" y="403577"/>
            <a:ext cx="7510272" cy="2514600"/>
          </a:xfrm>
        </p:spPr>
        <p:txBody>
          <a:bodyPr>
            <a:noAutofit/>
          </a:bodyPr>
          <a:lstStyle>
            <a:lvl1pPr>
              <a:lnSpc>
                <a:spcPct val="90000"/>
              </a:lnSpc>
              <a:defRPr sz="4000"/>
            </a:lvl1pPr>
          </a:lstStyle>
          <a:p>
            <a:r>
              <a:rPr lang="en-US"/>
              <a:t>Click to edit Master title style</a:t>
            </a:r>
          </a:p>
        </p:txBody>
      </p:sp>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4" name="Footer Placeholder 3"/>
          <p:cNvSpPr>
            <a:spLocks noGrp="1"/>
          </p:cNvSpPr>
          <p:nvPr>
            <p:ph type="ftr" sz="quarter" idx="13"/>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993254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Statement &amp; Picture">
    <p:spTree>
      <p:nvGrpSpPr>
        <p:cNvPr id="1" name=""/>
        <p:cNvGrpSpPr/>
        <p:nvPr/>
      </p:nvGrpSpPr>
      <p:grpSpPr>
        <a:xfrm>
          <a:off x="0" y="0"/>
          <a:ext cx="0" cy="0"/>
          <a:chOff x="0" y="0"/>
          <a:chExt cx="0" cy="0"/>
        </a:xfrm>
      </p:grpSpPr>
      <p:sp>
        <p:nvSpPr>
          <p:cNvPr id="6" name="Picture Placeholder 6"/>
          <p:cNvSpPr>
            <a:spLocks noGrp="1"/>
          </p:cNvSpPr>
          <p:nvPr>
            <p:ph type="pic" sz="quarter" idx="13" hasCustomPrompt="1"/>
          </p:nvPr>
        </p:nvSpPr>
        <p:spPr bwMode="gray">
          <a:xfrm>
            <a:off x="4059936" y="0"/>
            <a:ext cx="8132064" cy="6858000"/>
          </a:xfrm>
          <a:noFill/>
        </p:spPr>
        <p:txBody>
          <a:bodyPr anchor="ctr" anchorCtr="0">
            <a:normAutofit/>
          </a:bodyPr>
          <a:lstStyle>
            <a:lvl1pPr marL="0" marR="0" indent="0" algn="ctr" defTabSz="457200" rtl="0" eaLnBrk="1" fontAlgn="auto" latinLnBrk="0" hangingPunct="1">
              <a:lnSpc>
                <a:spcPct val="100000"/>
              </a:lnSpc>
              <a:spcBef>
                <a:spcPts val="600"/>
              </a:spcBef>
              <a:spcAft>
                <a:spcPts val="0"/>
              </a:spcAft>
              <a:buClrTx/>
              <a:buSzTx/>
              <a:buFontTx/>
              <a:buNone/>
              <a:tabLst/>
              <a:defRPr sz="1200" b="0" baseline="0"/>
            </a:lvl1pPr>
          </a:lstStyle>
          <a:p>
            <a:r>
              <a:rPr lang="en-US"/>
              <a:t>Click icon to add picture. </a:t>
            </a:r>
            <a:br>
              <a:rPr lang="en-US"/>
            </a:br>
            <a:r>
              <a:rPr lang="en-US"/>
              <a:t>Placeholder is 8:9 proportion.</a:t>
            </a:r>
          </a:p>
        </p:txBody>
      </p:sp>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8" name="Text Placeholder 21"/>
          <p:cNvSpPr>
            <a:spLocks noGrp="1"/>
          </p:cNvSpPr>
          <p:nvPr>
            <p:ph type="body" sz="quarter" idx="16"/>
          </p:nvPr>
        </p:nvSpPr>
        <p:spPr bwMode="gray">
          <a:xfrm>
            <a:off x="609600"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p:cNvSpPr>
            <a:spLocks noGrp="1"/>
          </p:cNvSpPr>
          <p:nvPr>
            <p:ph type="ftr" sz="quarter" idx="17"/>
          </p:nvPr>
        </p:nvSpPr>
        <p:spPr>
          <a:xfrm>
            <a:off x="4669536"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33238623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Statement &amp; Conten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bwMode="hidden">
          <a:xfrm>
            <a:off x="4072128" y="-2"/>
            <a:ext cx="8119872" cy="685800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9" name="Text Placeholder 21"/>
          <p:cNvSpPr>
            <a:spLocks noGrp="1"/>
          </p:cNvSpPr>
          <p:nvPr>
            <p:ph type="body" sz="quarter" idx="16"/>
          </p:nvPr>
        </p:nvSpPr>
        <p:spPr bwMode="gray">
          <a:xfrm>
            <a:off x="609600"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p:cNvSpPr>
            <a:spLocks noGrp="1"/>
          </p:cNvSpPr>
          <p:nvPr>
            <p:ph type="body" sz="quarter" idx="17"/>
          </p:nvPr>
        </p:nvSpPr>
        <p:spPr>
          <a:xfrm>
            <a:off x="4681728" y="457200"/>
            <a:ext cx="6900672" cy="5711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p:cNvSpPr>
            <a:spLocks noGrp="1"/>
          </p:cNvSpPr>
          <p:nvPr>
            <p:ph type="ftr" sz="quarter" idx="18"/>
          </p:nvPr>
        </p:nvSpPr>
        <p:spPr>
          <a:xfrm>
            <a:off x="4669536"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988977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Statement &amp; Chart">
    <p:bg>
      <p:bgPr>
        <a:solidFill>
          <a:schemeClr val="accent2"/>
        </a:solidFill>
        <a:effectLst/>
      </p:bgPr>
    </p:bg>
    <p:spTree>
      <p:nvGrpSpPr>
        <p:cNvPr id="1" name=""/>
        <p:cNvGrpSpPr/>
        <p:nvPr/>
      </p:nvGrpSpPr>
      <p:grpSpPr>
        <a:xfrm>
          <a:off x="0" y="0"/>
          <a:ext cx="0" cy="0"/>
          <a:chOff x="0" y="0"/>
          <a:chExt cx="0" cy="0"/>
        </a:xfrm>
      </p:grpSpPr>
      <p:sp>
        <p:nvSpPr>
          <p:cNvPr id="8" name="Rectangle 7"/>
          <p:cNvSpPr/>
          <p:nvPr userDrawn="1"/>
        </p:nvSpPr>
        <p:spPr bwMode="hidden">
          <a:xfrm>
            <a:off x="2749685" y="-2"/>
            <a:ext cx="9442315" cy="685800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9" name="Text Placeholder 21"/>
          <p:cNvSpPr>
            <a:spLocks noGrp="1"/>
          </p:cNvSpPr>
          <p:nvPr>
            <p:ph type="body" sz="quarter" idx="16"/>
          </p:nvPr>
        </p:nvSpPr>
        <p:spPr bwMode="gray">
          <a:xfrm>
            <a:off x="609600"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hart Placeholder 6"/>
          <p:cNvSpPr>
            <a:spLocks noGrp="1"/>
          </p:cNvSpPr>
          <p:nvPr>
            <p:ph type="chart" sz="quarter" idx="18" hasCustomPrompt="1"/>
          </p:nvPr>
        </p:nvSpPr>
        <p:spPr>
          <a:xfrm>
            <a:off x="4682067" y="457200"/>
            <a:ext cx="6900333" cy="5711824"/>
          </a:xfrm>
        </p:spPr>
        <p:txBody>
          <a:bodyPr anchor="ctr" anchorCtr="0">
            <a:normAutofit/>
          </a:bodyPr>
          <a:lstStyle>
            <a:lvl1pPr algn="ctr">
              <a:defRPr sz="1200" b="0"/>
            </a:lvl1pPr>
          </a:lstStyle>
          <a:p>
            <a:r>
              <a:rPr lang="en-US"/>
              <a:t>Click icon to add chart.</a:t>
            </a:r>
          </a:p>
        </p:txBody>
      </p:sp>
      <p:sp>
        <p:nvSpPr>
          <p:cNvPr id="2" name="Footer Placeholder 1"/>
          <p:cNvSpPr>
            <a:spLocks noGrp="1"/>
          </p:cNvSpPr>
          <p:nvPr>
            <p:ph type="ftr" sz="quarter" idx="19"/>
          </p:nvPr>
        </p:nvSpPr>
        <p:spPr>
          <a:xfrm>
            <a:off x="4669536"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2497337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Statement">
    <p:spTree>
      <p:nvGrpSpPr>
        <p:cNvPr id="1" name=""/>
        <p:cNvGrpSpPr/>
        <p:nvPr/>
      </p:nvGrpSpPr>
      <p:grpSpPr>
        <a:xfrm>
          <a:off x="0" y="0"/>
          <a:ext cx="0" cy="0"/>
          <a:chOff x="0" y="0"/>
          <a:chExt cx="0" cy="0"/>
        </a:xfrm>
      </p:grpSpPr>
      <p:sp>
        <p:nvSpPr>
          <p:cNvPr id="13" name="Rectangle 12"/>
          <p:cNvSpPr/>
          <p:nvPr userDrawn="1"/>
        </p:nvSpPr>
        <p:spPr bwMode="gray">
          <a:xfrm>
            <a:off x="8119872" y="-2"/>
            <a:ext cx="4072128" cy="6858002"/>
          </a:xfrm>
          <a:prstGeom prst="rect">
            <a:avLst/>
          </a:prstGeom>
          <a:solidFill>
            <a:srgbClr val="E8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14" name="Rectangle 13"/>
          <p:cNvSpPr/>
          <p:nvPr userDrawn="1"/>
        </p:nvSpPr>
        <p:spPr bwMode="gray">
          <a:xfrm>
            <a:off x="4072128" y="-2"/>
            <a:ext cx="4047744" cy="68580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2" name="Text Placeholder 21"/>
          <p:cNvSpPr>
            <a:spLocks noGrp="1"/>
          </p:cNvSpPr>
          <p:nvPr>
            <p:ph type="body" sz="quarter" idx="16"/>
          </p:nvPr>
        </p:nvSpPr>
        <p:spPr bwMode="gray">
          <a:xfrm>
            <a:off x="609600"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1"/>
          <p:cNvSpPr>
            <a:spLocks noGrp="1"/>
          </p:cNvSpPr>
          <p:nvPr>
            <p:ph type="body" sz="quarter" idx="17"/>
          </p:nvPr>
        </p:nvSpPr>
        <p:spPr bwMode="gray">
          <a:xfrm>
            <a:off x="4681728"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21"/>
          <p:cNvSpPr>
            <a:spLocks noGrp="1"/>
          </p:cNvSpPr>
          <p:nvPr>
            <p:ph type="body" sz="quarter" idx="18"/>
          </p:nvPr>
        </p:nvSpPr>
        <p:spPr bwMode="gray">
          <a:xfrm>
            <a:off x="8741664" y="423005"/>
            <a:ext cx="2840736" cy="5746021"/>
          </a:xfrm>
        </p:spPr>
        <p:txBody>
          <a:bodyPr/>
          <a:lstStyle>
            <a:lvl1pPr>
              <a:lnSpc>
                <a:spcPct val="90000"/>
              </a:lnSpc>
              <a:spcBef>
                <a:spcPts val="900"/>
              </a:spcBef>
              <a:defRPr sz="2600">
                <a:solidFill>
                  <a:schemeClr val="accent1"/>
                </a:solidFill>
                <a:latin typeface="+mj-lt"/>
              </a:defRPr>
            </a:lvl1pPr>
            <a:lvl2pPr>
              <a:spcBef>
                <a:spcPts val="900"/>
              </a:spcBef>
              <a:defRPr>
                <a:solidFill>
                  <a:schemeClr val="tx1"/>
                </a:solidFill>
              </a:defRPr>
            </a:lvl2pPr>
            <a:lvl3pPr>
              <a:spcBef>
                <a:spcPts val="600"/>
              </a:spcBef>
              <a:defRPr>
                <a:solidFill>
                  <a:schemeClr val="tx1"/>
                </a:solidFill>
              </a:defRPr>
            </a:lvl3pPr>
            <a:lvl4pPr>
              <a:spcBef>
                <a:spcPts val="600"/>
              </a:spcBef>
              <a:defRPr>
                <a:solidFill>
                  <a:schemeClr val="tx1"/>
                </a:solidFill>
              </a:defRPr>
            </a:lvl4pPr>
            <a:lvl5pPr>
              <a:spcBef>
                <a:spcPts val="60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p:cNvSpPr>
            <a:spLocks noGrp="1"/>
          </p:cNvSpPr>
          <p:nvPr>
            <p:ph type="ftr" sz="quarter" idx="19"/>
          </p:nvPr>
        </p:nvSpPr>
        <p:spPr>
          <a:xfrm>
            <a:off x="4669536"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1998625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x Statement">
    <p:bg>
      <p:bgPr>
        <a:solidFill>
          <a:schemeClr val="accent2"/>
        </a:solidFill>
        <a:effectLst/>
      </p:bgPr>
    </p:bg>
    <p:spTree>
      <p:nvGrpSpPr>
        <p:cNvPr id="1" name=""/>
        <p:cNvGrpSpPr/>
        <p:nvPr/>
      </p:nvGrpSpPr>
      <p:grpSpPr>
        <a:xfrm>
          <a:off x="0" y="0"/>
          <a:ext cx="0" cy="0"/>
          <a:chOff x="0" y="0"/>
          <a:chExt cx="0" cy="0"/>
        </a:xfrm>
      </p:grpSpPr>
      <p:sp>
        <p:nvSpPr>
          <p:cNvPr id="14" name="Rectangle 13"/>
          <p:cNvSpPr/>
          <p:nvPr userDrawn="1"/>
        </p:nvSpPr>
        <p:spPr bwMode="gray">
          <a:xfrm>
            <a:off x="4072130" y="3419856"/>
            <a:ext cx="4047743" cy="3438144"/>
          </a:xfrm>
          <a:prstGeom prst="rect">
            <a:avLst/>
          </a:prstGeom>
          <a:solidFill>
            <a:srgbClr val="E9F8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1" name="Rectangle 20"/>
          <p:cNvSpPr/>
          <p:nvPr userDrawn="1"/>
        </p:nvSpPr>
        <p:spPr bwMode="gray">
          <a:xfrm>
            <a:off x="0" y="0"/>
            <a:ext cx="4072128" cy="3419856"/>
          </a:xfrm>
          <a:prstGeom prst="rect">
            <a:avLst/>
          </a:prstGeom>
          <a:solidFill>
            <a:srgbClr val="FEF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25" name="Rectangle 24"/>
          <p:cNvSpPr/>
          <p:nvPr userDrawn="1"/>
        </p:nvSpPr>
        <p:spPr bwMode="gray">
          <a:xfrm>
            <a:off x="8119872" y="0"/>
            <a:ext cx="4072128" cy="3419856"/>
          </a:xfrm>
          <a:prstGeom prst="rect">
            <a:avLst/>
          </a:prstGeom>
          <a:solidFill>
            <a:srgbClr val="FEF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15" name="Text Placeholder 14"/>
          <p:cNvSpPr>
            <a:spLocks noGrp="1"/>
          </p:cNvSpPr>
          <p:nvPr>
            <p:ph type="body" sz="quarter" idx="10"/>
          </p:nvPr>
        </p:nvSpPr>
        <p:spPr bwMode="gray">
          <a:xfrm>
            <a:off x="609600" y="429768"/>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16" name="Text Placeholder 14"/>
          <p:cNvSpPr>
            <a:spLocks noGrp="1"/>
          </p:cNvSpPr>
          <p:nvPr>
            <p:ph type="body" sz="quarter" idx="11"/>
          </p:nvPr>
        </p:nvSpPr>
        <p:spPr bwMode="gray">
          <a:xfrm>
            <a:off x="4669536" y="429768"/>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17" name="Text Placeholder 14"/>
          <p:cNvSpPr>
            <a:spLocks noGrp="1"/>
          </p:cNvSpPr>
          <p:nvPr>
            <p:ph type="body" sz="quarter" idx="12"/>
          </p:nvPr>
        </p:nvSpPr>
        <p:spPr bwMode="gray">
          <a:xfrm>
            <a:off x="8741664" y="429768"/>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18" name="Text Placeholder 14"/>
          <p:cNvSpPr>
            <a:spLocks noGrp="1"/>
          </p:cNvSpPr>
          <p:nvPr>
            <p:ph type="body" sz="quarter" idx="13"/>
          </p:nvPr>
        </p:nvSpPr>
        <p:spPr bwMode="gray">
          <a:xfrm>
            <a:off x="609600" y="3851439"/>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19" name="Text Placeholder 14"/>
          <p:cNvSpPr>
            <a:spLocks noGrp="1"/>
          </p:cNvSpPr>
          <p:nvPr>
            <p:ph type="body" sz="quarter" idx="14"/>
          </p:nvPr>
        </p:nvSpPr>
        <p:spPr bwMode="gray">
          <a:xfrm>
            <a:off x="4669536" y="3851439"/>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20" name="Text Placeholder 14"/>
          <p:cNvSpPr>
            <a:spLocks noGrp="1"/>
          </p:cNvSpPr>
          <p:nvPr>
            <p:ph type="body" sz="quarter" idx="15"/>
          </p:nvPr>
        </p:nvSpPr>
        <p:spPr bwMode="gray">
          <a:xfrm>
            <a:off x="8741664" y="3851439"/>
            <a:ext cx="2840736" cy="2286000"/>
          </a:xfrm>
        </p:spPr>
        <p:txBody>
          <a:bodyPr>
            <a:normAutofit/>
          </a:bodyPr>
          <a:lstStyle>
            <a:lvl1pPr>
              <a:lnSpc>
                <a:spcPct val="90000"/>
              </a:lnSpc>
              <a:spcBef>
                <a:spcPts val="0"/>
              </a:spcBef>
              <a:defRPr sz="2000" b="1">
                <a:solidFill>
                  <a:schemeClr val="accent1"/>
                </a:solidFill>
                <a:latin typeface="+mj-lt"/>
              </a:defRPr>
            </a:lvl1pPr>
          </a:lstStyle>
          <a:p>
            <a:pPr lvl="0"/>
            <a:r>
              <a:rPr lang="en-US"/>
              <a:t>Click to edit Master text styles</a:t>
            </a:r>
          </a:p>
        </p:txBody>
      </p:sp>
      <p:sp>
        <p:nvSpPr>
          <p:cNvPr id="3" name="Date Placeholder 2"/>
          <p:cNvSpPr>
            <a:spLocks noGrp="1"/>
          </p:cNvSpPr>
          <p:nvPr>
            <p:ph type="dt" sz="half" idx="16"/>
          </p:nvPr>
        </p:nvSpPr>
        <p:spPr/>
        <p:txBody>
          <a:bodyPr/>
          <a:lstStyle/>
          <a:p>
            <a:r>
              <a:rPr lang="en-US">
                <a:solidFill>
                  <a:srgbClr val="000000"/>
                </a:solidFill>
              </a:rPr>
              <a:t>Month 00, 0000</a:t>
            </a:r>
          </a:p>
        </p:txBody>
      </p:sp>
      <p:sp>
        <p:nvSpPr>
          <p:cNvPr id="4" name="Footer Placeholder 3"/>
          <p:cNvSpPr>
            <a:spLocks noGrp="1"/>
          </p:cNvSpPr>
          <p:nvPr>
            <p:ph type="ftr" sz="quarter" idx="17"/>
          </p:nvPr>
        </p:nvSpPr>
        <p:spPr>
          <a:xfrm>
            <a:off x="4669536"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
        <p:nvSpPr>
          <p:cNvPr id="5" name="Slide Number Placeholder 4"/>
          <p:cNvSpPr>
            <a:spLocks noGrp="1"/>
          </p:cNvSpPr>
          <p:nvPr>
            <p:ph type="sldNum" sz="quarter" idx="18"/>
          </p:nvPr>
        </p:nvSpPr>
        <p:spPr/>
        <p:txBody>
          <a:bodyPr/>
          <a:lstStyle/>
          <a:p>
            <a:fld id="{E12D0507-9F86-7A45-BE8E-43760B9F92AA}"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261993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mp; One Picture">
    <p:spTree>
      <p:nvGrpSpPr>
        <p:cNvPr id="1" name=""/>
        <p:cNvGrpSpPr/>
        <p:nvPr/>
      </p:nvGrpSpPr>
      <p:grpSpPr>
        <a:xfrm>
          <a:off x="0" y="0"/>
          <a:ext cx="0" cy="0"/>
          <a:chOff x="0" y="0"/>
          <a:chExt cx="0" cy="0"/>
        </a:xfrm>
      </p:grpSpPr>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0" name="Content Placeholder 2"/>
          <p:cNvSpPr>
            <a:spLocks noGrp="1"/>
          </p:cNvSpPr>
          <p:nvPr>
            <p:ph idx="1"/>
          </p:nvPr>
        </p:nvSpPr>
        <p:spPr bwMode="gray">
          <a:xfrm>
            <a:off x="609600" y="423005"/>
            <a:ext cx="2840736" cy="5746020"/>
          </a:xfrm>
        </p:spPr>
        <p:txBody>
          <a:bodyPr/>
          <a:lstStyle>
            <a:lvl1pPr>
              <a:lnSpc>
                <a:spcPct val="90000"/>
              </a:lnSpc>
              <a:spcBef>
                <a:spcPts val="900"/>
              </a:spcBef>
              <a:defRPr sz="2600">
                <a:solidFill>
                  <a:schemeClr val="accent1"/>
                </a:solidFill>
                <a:latin typeface="+mj-lt"/>
              </a:defRPr>
            </a:lvl1pPr>
            <a:lvl2pPr>
              <a:spcBef>
                <a:spcPts val="900"/>
              </a:spcBef>
              <a:defRPr b="1"/>
            </a:lvl2pPr>
            <a:lvl3pPr marL="0" indent="0">
              <a:spcBef>
                <a:spcPts val="900"/>
              </a:spcBef>
              <a:buFontTx/>
              <a:buNone/>
              <a:defRPr/>
            </a:lvl3pPr>
            <a:lvl4pPr marL="230188" indent="-230188">
              <a:spcBef>
                <a:spcPts val="600"/>
              </a:spcBef>
              <a:buFont typeface="Arial"/>
              <a:buChar char="•"/>
              <a:defRPr/>
            </a:lvl4pPr>
            <a:lvl5pPr marL="460375" indent="-230188">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21" hasCustomPrompt="1"/>
          </p:nvPr>
        </p:nvSpPr>
        <p:spPr bwMode="gray">
          <a:xfrm>
            <a:off x="4492752" y="1371600"/>
            <a:ext cx="7089648" cy="3190342"/>
          </a:xfrm>
          <a:noFill/>
        </p:spPr>
        <p:txBody>
          <a:bodyPr anchor="ctr" anchorCtr="0">
            <a:normAutofit/>
          </a:bodyPr>
          <a:lstStyle>
            <a:lvl1pPr algn="ctr">
              <a:spcBef>
                <a:spcPts val="0"/>
              </a:spcBef>
              <a:defRPr sz="1200" b="0"/>
            </a:lvl1pPr>
          </a:lstStyle>
          <a:p>
            <a:r>
              <a:rPr lang="en-US"/>
              <a:t>Click icon to add picture. </a:t>
            </a:r>
            <a:br>
              <a:rPr lang="en-US"/>
            </a:br>
            <a:r>
              <a:rPr lang="en-US"/>
              <a:t>Placeholder is 5:3 proportion.</a:t>
            </a:r>
          </a:p>
        </p:txBody>
      </p:sp>
      <p:sp>
        <p:nvSpPr>
          <p:cNvPr id="11" name="Text Placeholder 9"/>
          <p:cNvSpPr>
            <a:spLocks noGrp="1"/>
          </p:cNvSpPr>
          <p:nvPr>
            <p:ph type="body" sz="quarter" idx="27" hasCustomPrompt="1"/>
          </p:nvPr>
        </p:nvSpPr>
        <p:spPr>
          <a:xfrm>
            <a:off x="4492752" y="4663440"/>
            <a:ext cx="7089648" cy="365760"/>
          </a:xfrm>
        </p:spPr>
        <p:txBody>
          <a:bodyPr>
            <a:noAutofit/>
          </a:bodyPr>
          <a:lstStyle>
            <a:lvl1pPr>
              <a:spcBef>
                <a:spcPts val="0"/>
              </a:spcBef>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2" name="Footer Placeholder 1"/>
          <p:cNvSpPr>
            <a:spLocks noGrp="1"/>
          </p:cNvSpPr>
          <p:nvPr>
            <p:ph type="ftr" sz="quarter" idx="28"/>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18782082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mp; Two Picture">
    <p:spTree>
      <p:nvGrpSpPr>
        <p:cNvPr id="1" name=""/>
        <p:cNvGrpSpPr/>
        <p:nvPr/>
      </p:nvGrpSpPr>
      <p:grpSpPr>
        <a:xfrm>
          <a:off x="0" y="0"/>
          <a:ext cx="0" cy="0"/>
          <a:chOff x="0" y="0"/>
          <a:chExt cx="0" cy="0"/>
        </a:xfrm>
      </p:grpSpPr>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11" name="Picture Placeholder 8"/>
          <p:cNvSpPr>
            <a:spLocks noGrp="1"/>
          </p:cNvSpPr>
          <p:nvPr>
            <p:ph type="pic" sz="quarter" idx="19" hasCustomPrompt="1"/>
          </p:nvPr>
        </p:nvSpPr>
        <p:spPr bwMode="gray">
          <a:xfrm>
            <a:off x="8375904" y="1371600"/>
            <a:ext cx="3206496" cy="3200400"/>
          </a:xfrm>
          <a:noFill/>
        </p:spPr>
        <p:txBody>
          <a:bodyPr anchor="ctr" anchorCtr="0">
            <a:normAutofit/>
          </a:bodyPr>
          <a:lstStyle>
            <a:lvl1pPr marL="0" marR="0" indent="0" algn="ctr" defTabSz="457200" rtl="0" eaLnBrk="1" fontAlgn="auto" latinLnBrk="0" hangingPunct="1">
              <a:lnSpc>
                <a:spcPct val="100000"/>
              </a:lnSpc>
              <a:spcBef>
                <a:spcPts val="0"/>
              </a:spcBef>
              <a:spcAft>
                <a:spcPts val="0"/>
              </a:spcAft>
              <a:buClrTx/>
              <a:buSzTx/>
              <a:buFontTx/>
              <a:buNone/>
              <a:tabLst/>
              <a:defRPr sz="1200" b="0" baseline="0"/>
            </a:lvl1pPr>
          </a:lstStyle>
          <a:p>
            <a:r>
              <a:rPr lang="en-US"/>
              <a:t>Click icon to add picture. </a:t>
            </a:r>
            <a:br>
              <a:rPr lang="en-US"/>
            </a:br>
            <a:r>
              <a:rPr lang="en-US"/>
              <a:t>Placeholder is 3:4 proportion.</a:t>
            </a:r>
          </a:p>
        </p:txBody>
      </p:sp>
      <p:sp>
        <p:nvSpPr>
          <p:cNvPr id="12" name="Picture Placeholder 8"/>
          <p:cNvSpPr>
            <a:spLocks noGrp="1"/>
          </p:cNvSpPr>
          <p:nvPr>
            <p:ph type="pic" sz="quarter" idx="20" hasCustomPrompt="1"/>
          </p:nvPr>
        </p:nvSpPr>
        <p:spPr bwMode="gray">
          <a:xfrm>
            <a:off x="4492752" y="1371600"/>
            <a:ext cx="3206496" cy="3200400"/>
          </a:xfrm>
          <a:noFill/>
        </p:spPr>
        <p:txBody>
          <a:bodyPr anchor="ctr" anchorCtr="0">
            <a:normAutofit/>
          </a:bodyPr>
          <a:lstStyle>
            <a:lvl1pPr algn="ctr">
              <a:spcBef>
                <a:spcPts val="0"/>
              </a:spcBef>
              <a:defRPr sz="1200" b="0" baseline="0"/>
            </a:lvl1pPr>
          </a:lstStyle>
          <a:p>
            <a:r>
              <a:rPr lang="en-US"/>
              <a:t>Click icon to add picture. </a:t>
            </a:r>
            <a:br>
              <a:rPr lang="en-US"/>
            </a:br>
            <a:r>
              <a:rPr lang="en-US"/>
              <a:t>Placeholder is 3:4 proportion.</a:t>
            </a:r>
          </a:p>
        </p:txBody>
      </p:sp>
      <p:sp>
        <p:nvSpPr>
          <p:cNvPr id="14" name="Content Placeholder 2"/>
          <p:cNvSpPr>
            <a:spLocks noGrp="1"/>
          </p:cNvSpPr>
          <p:nvPr>
            <p:ph idx="1"/>
          </p:nvPr>
        </p:nvSpPr>
        <p:spPr bwMode="gray">
          <a:xfrm>
            <a:off x="609600" y="423006"/>
            <a:ext cx="2840736" cy="5746019"/>
          </a:xfrm>
        </p:spPr>
        <p:txBody>
          <a:bodyPr/>
          <a:lstStyle>
            <a:lvl1pPr>
              <a:lnSpc>
                <a:spcPct val="90000"/>
              </a:lnSpc>
              <a:spcBef>
                <a:spcPts val="900"/>
              </a:spcBef>
              <a:defRPr sz="2600">
                <a:solidFill>
                  <a:schemeClr val="accent1"/>
                </a:solidFill>
                <a:latin typeface="+mj-lt"/>
              </a:defRPr>
            </a:lvl1pPr>
            <a:lvl2pPr>
              <a:spcBef>
                <a:spcPts val="900"/>
              </a:spcBef>
              <a:defRPr b="1"/>
            </a:lvl2pPr>
            <a:lvl3pPr marL="0" indent="0">
              <a:spcBef>
                <a:spcPts val="900"/>
              </a:spcBef>
              <a:buFontTx/>
              <a:buNone/>
              <a:defRPr/>
            </a:lvl3pPr>
            <a:lvl4pPr marL="230188" indent="-230188">
              <a:spcBef>
                <a:spcPts val="600"/>
              </a:spcBef>
              <a:buFont typeface="Arial"/>
              <a:buChar char="•"/>
              <a:defRPr/>
            </a:lvl4pPr>
            <a:lvl5pPr marL="460375" indent="-230188">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p:cNvSpPr>
            <a:spLocks noGrp="1"/>
          </p:cNvSpPr>
          <p:nvPr>
            <p:ph type="body" sz="quarter" idx="27" hasCustomPrompt="1"/>
          </p:nvPr>
        </p:nvSpPr>
        <p:spPr>
          <a:xfrm>
            <a:off x="4492752" y="4663440"/>
            <a:ext cx="3206496" cy="365760"/>
          </a:xfrm>
        </p:spPr>
        <p:txBody>
          <a:bodyPr>
            <a:noAutofit/>
          </a:bodyPr>
          <a:lstStyle>
            <a:lvl1pPr>
              <a:spcBef>
                <a:spcPts val="0"/>
              </a:spcBef>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16" name="Text Placeholder 9"/>
          <p:cNvSpPr>
            <a:spLocks noGrp="1"/>
          </p:cNvSpPr>
          <p:nvPr>
            <p:ph type="body" sz="quarter" idx="28" hasCustomPrompt="1"/>
          </p:nvPr>
        </p:nvSpPr>
        <p:spPr>
          <a:xfrm>
            <a:off x="8375904" y="4663440"/>
            <a:ext cx="3206496" cy="36576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2" name="Footer Placeholder 1"/>
          <p:cNvSpPr>
            <a:spLocks noGrp="1"/>
          </p:cNvSpPr>
          <p:nvPr>
            <p:ph type="ftr" sz="quarter" idx="29"/>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32522779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Picture">
    <p:spTree>
      <p:nvGrpSpPr>
        <p:cNvPr id="1" name=""/>
        <p:cNvGrpSpPr/>
        <p:nvPr/>
      </p:nvGrpSpPr>
      <p:grpSpPr>
        <a:xfrm>
          <a:off x="0" y="0"/>
          <a:ext cx="0" cy="0"/>
          <a:chOff x="0" y="0"/>
          <a:chExt cx="0" cy="0"/>
        </a:xfrm>
      </p:grpSpPr>
      <p:sp>
        <p:nvSpPr>
          <p:cNvPr id="3" name="Date Placeholder 2"/>
          <p:cNvSpPr>
            <a:spLocks noGrp="1"/>
          </p:cNvSpPr>
          <p:nvPr>
            <p:ph type="dt" sz="half" idx="10"/>
          </p:nvPr>
        </p:nvSpPr>
        <p:spPr bwMode="gray"/>
        <p:txBody>
          <a:bodyPr/>
          <a:lstStyle/>
          <a:p>
            <a:r>
              <a:rPr lang="en-US">
                <a:solidFill>
                  <a:srgbClr val="000000"/>
                </a:solidFill>
              </a:rPr>
              <a:t>Month 00, 0000</a:t>
            </a:r>
          </a:p>
        </p:txBody>
      </p:sp>
      <p:sp>
        <p:nvSpPr>
          <p:cNvPr id="5" name="Slide Number Placeholder 4"/>
          <p:cNvSpPr>
            <a:spLocks noGrp="1"/>
          </p:cNvSpPr>
          <p:nvPr>
            <p:ph type="sldNum" sz="quarter" idx="12"/>
          </p:nvPr>
        </p:nvSpPr>
        <p:spPr bwMode="gray"/>
        <p:txBody>
          <a:bodyPr/>
          <a:lstStyle/>
          <a:p>
            <a:fld id="{E12D0507-9F86-7A45-BE8E-43760B9F92AA}" type="slidenum">
              <a:rPr lang="en-US" smtClean="0">
                <a:solidFill>
                  <a:srgbClr val="000000"/>
                </a:solidFill>
              </a:rPr>
              <a:pPr/>
              <a:t>‹#›</a:t>
            </a:fld>
            <a:endParaRPr lang="en-US">
              <a:solidFill>
                <a:srgbClr val="000000"/>
              </a:solidFill>
            </a:endParaRPr>
          </a:p>
        </p:txBody>
      </p:sp>
      <p:sp>
        <p:nvSpPr>
          <p:cNvPr id="9" name="Picture Placeholder 8"/>
          <p:cNvSpPr>
            <a:spLocks noGrp="1"/>
          </p:cNvSpPr>
          <p:nvPr>
            <p:ph type="pic" sz="quarter" idx="13" hasCustomPrompt="1"/>
          </p:nvPr>
        </p:nvSpPr>
        <p:spPr bwMode="gray">
          <a:xfrm>
            <a:off x="609600" y="1371600"/>
            <a:ext cx="3206496" cy="3200400"/>
          </a:xfrm>
          <a:noFill/>
        </p:spPr>
        <p:txBody>
          <a:bodyPr anchor="ctr" anchorCtr="0">
            <a:normAutofit/>
          </a:bodyPr>
          <a:lstStyle>
            <a:lvl1pPr algn="ctr">
              <a:spcBef>
                <a:spcPts val="0"/>
              </a:spcBef>
              <a:defRPr sz="1200" b="0" baseline="0"/>
            </a:lvl1pPr>
          </a:lstStyle>
          <a:p>
            <a:r>
              <a:rPr lang="en-US"/>
              <a:t>Click icon to add picture. </a:t>
            </a:r>
            <a:br>
              <a:rPr lang="en-US"/>
            </a:br>
            <a:r>
              <a:rPr lang="en-US"/>
              <a:t>Placeholder is 3:4 proportion.</a:t>
            </a:r>
          </a:p>
        </p:txBody>
      </p:sp>
      <p:sp>
        <p:nvSpPr>
          <p:cNvPr id="24" name="Picture Placeholder 8"/>
          <p:cNvSpPr>
            <a:spLocks noGrp="1"/>
          </p:cNvSpPr>
          <p:nvPr>
            <p:ph type="pic" sz="quarter" idx="19" hasCustomPrompt="1"/>
          </p:nvPr>
        </p:nvSpPr>
        <p:spPr bwMode="gray">
          <a:xfrm>
            <a:off x="8375904" y="1371600"/>
            <a:ext cx="3206496" cy="3200400"/>
          </a:xfrm>
          <a:noFill/>
        </p:spPr>
        <p:txBody>
          <a:bodyPr anchor="ctr" anchorCtr="0">
            <a:normAutofit/>
          </a:bodyPr>
          <a:lstStyle>
            <a:lvl1pPr marL="0" marR="0" indent="0" algn="ctr" defTabSz="457200" rtl="0" eaLnBrk="1" fontAlgn="auto" latinLnBrk="0" hangingPunct="1">
              <a:lnSpc>
                <a:spcPct val="100000"/>
              </a:lnSpc>
              <a:spcBef>
                <a:spcPts val="0"/>
              </a:spcBef>
              <a:spcAft>
                <a:spcPts val="0"/>
              </a:spcAft>
              <a:buClrTx/>
              <a:buSzTx/>
              <a:buFontTx/>
              <a:buNone/>
              <a:tabLst/>
              <a:defRPr sz="1200" b="0" baseline="0"/>
            </a:lvl1pPr>
          </a:lstStyle>
          <a:p>
            <a:r>
              <a:rPr lang="en-US"/>
              <a:t>Click icon to add picture. </a:t>
            </a:r>
            <a:br>
              <a:rPr lang="en-US"/>
            </a:br>
            <a:r>
              <a:rPr lang="en-US"/>
              <a:t>Placeholder is 3:4 proportion.</a:t>
            </a:r>
          </a:p>
        </p:txBody>
      </p:sp>
      <p:sp>
        <p:nvSpPr>
          <p:cNvPr id="25" name="Picture Placeholder 8"/>
          <p:cNvSpPr>
            <a:spLocks noGrp="1"/>
          </p:cNvSpPr>
          <p:nvPr>
            <p:ph type="pic" sz="quarter" idx="20" hasCustomPrompt="1"/>
          </p:nvPr>
        </p:nvSpPr>
        <p:spPr bwMode="gray">
          <a:xfrm>
            <a:off x="4492752" y="1371600"/>
            <a:ext cx="3206496" cy="3200400"/>
          </a:xfrm>
          <a:noFill/>
        </p:spPr>
        <p:txBody>
          <a:bodyPr anchor="ctr" anchorCtr="0">
            <a:normAutofit/>
          </a:bodyPr>
          <a:lstStyle>
            <a:lvl1pPr algn="ctr">
              <a:spcBef>
                <a:spcPts val="0"/>
              </a:spcBef>
              <a:defRPr sz="1200" b="0" baseline="0"/>
            </a:lvl1pPr>
          </a:lstStyle>
          <a:p>
            <a:r>
              <a:rPr lang="en-US"/>
              <a:t>Click icon to add picture. </a:t>
            </a:r>
            <a:br>
              <a:rPr lang="en-US"/>
            </a:br>
            <a:r>
              <a:rPr lang="en-US"/>
              <a:t>Placeholder is 3:4 proportion.</a:t>
            </a:r>
          </a:p>
        </p:txBody>
      </p:sp>
      <p:sp>
        <p:nvSpPr>
          <p:cNvPr id="13" name="Text Placeholder 9"/>
          <p:cNvSpPr>
            <a:spLocks noGrp="1"/>
          </p:cNvSpPr>
          <p:nvPr>
            <p:ph type="body" sz="quarter" idx="28" hasCustomPrompt="1"/>
          </p:nvPr>
        </p:nvSpPr>
        <p:spPr>
          <a:xfrm>
            <a:off x="8375904" y="4663440"/>
            <a:ext cx="3206496" cy="365760"/>
          </a:xfrm>
        </p:spPr>
        <p:txBody>
          <a:bodyPr>
            <a:noAutofit/>
          </a:bodyPr>
          <a:lstStyle>
            <a:lvl1pPr>
              <a:spcBef>
                <a:spcPts val="0"/>
              </a:spcBef>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14" name="Text Placeholder 9"/>
          <p:cNvSpPr>
            <a:spLocks noGrp="1"/>
          </p:cNvSpPr>
          <p:nvPr>
            <p:ph type="body" sz="quarter" idx="29" hasCustomPrompt="1"/>
          </p:nvPr>
        </p:nvSpPr>
        <p:spPr>
          <a:xfrm>
            <a:off x="609600" y="4663440"/>
            <a:ext cx="3206496" cy="365760"/>
          </a:xfrm>
        </p:spPr>
        <p:txBody>
          <a:bodyPr>
            <a:noAutofit/>
          </a:bodyPr>
          <a:lstStyle>
            <a:lvl1pPr>
              <a:spcBef>
                <a:spcPts val="0"/>
              </a:spcBef>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15" name="Text Placeholder 9"/>
          <p:cNvSpPr>
            <a:spLocks noGrp="1"/>
          </p:cNvSpPr>
          <p:nvPr>
            <p:ph type="body" sz="quarter" idx="30" hasCustomPrompt="1"/>
          </p:nvPr>
        </p:nvSpPr>
        <p:spPr>
          <a:xfrm>
            <a:off x="4492752" y="4663440"/>
            <a:ext cx="3206496" cy="365760"/>
          </a:xfrm>
        </p:spPr>
        <p:txBody>
          <a:bodyPr>
            <a:noAutofit/>
          </a:bodyPr>
          <a:lstStyle>
            <a:lvl1pPr>
              <a:spcBef>
                <a:spcPts val="0"/>
              </a:spcBef>
              <a:defRPr sz="900" b="0">
                <a:solidFill>
                  <a:schemeClr val="tx2"/>
                </a:solidFill>
              </a:defRPr>
            </a:lvl1pPr>
            <a:lvl2pPr>
              <a:spcBef>
                <a:spcPts val="0"/>
              </a:spcBef>
              <a:defRPr sz="1200"/>
            </a:lvl2pPr>
            <a:lvl3pPr marL="115888" indent="-115888">
              <a:spcBef>
                <a:spcPts val="0"/>
              </a:spcBef>
              <a:defRPr sz="1200"/>
            </a:lvl3pPr>
            <a:lvl4pPr marL="230188" indent="-114300">
              <a:spcBef>
                <a:spcPts val="0"/>
              </a:spcBef>
              <a:defRPr sz="1200"/>
            </a:lvl4pPr>
            <a:lvl5pPr marL="339725" indent="-109538">
              <a:spcBef>
                <a:spcPts val="0"/>
              </a:spcBef>
              <a:defRPr sz="1200"/>
            </a:lvl5pPr>
          </a:lstStyle>
          <a:p>
            <a:pPr lvl="0"/>
            <a:r>
              <a:rPr lang="en-US"/>
              <a:t>Optional caption goes here.</a:t>
            </a:r>
          </a:p>
        </p:txBody>
      </p:sp>
      <p:sp>
        <p:nvSpPr>
          <p:cNvPr id="2" name="Footer Placeholder 1"/>
          <p:cNvSpPr>
            <a:spLocks noGrp="1"/>
          </p:cNvSpPr>
          <p:nvPr>
            <p:ph type="ftr" sz="quarter" idx="3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21705667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Full-Screen Picture">
    <p:spTree>
      <p:nvGrpSpPr>
        <p:cNvPr id="1" name=""/>
        <p:cNvGrpSpPr/>
        <p:nvPr/>
      </p:nvGrpSpPr>
      <p:grpSpPr>
        <a:xfrm>
          <a:off x="0" y="0"/>
          <a:ext cx="0" cy="0"/>
          <a:chOff x="0" y="0"/>
          <a:chExt cx="0" cy="0"/>
        </a:xfrm>
      </p:grpSpPr>
      <p:sp>
        <p:nvSpPr>
          <p:cNvPr id="7" name="Picture Placeholder 6"/>
          <p:cNvSpPr>
            <a:spLocks noGrp="1"/>
          </p:cNvSpPr>
          <p:nvPr>
            <p:ph type="pic" sz="quarter" idx="10" hasCustomPrompt="1"/>
          </p:nvPr>
        </p:nvSpPr>
        <p:spPr bwMode="gray">
          <a:xfrm>
            <a:off x="0" y="0"/>
            <a:ext cx="12192000" cy="6858000"/>
          </a:xfrm>
        </p:spPr>
        <p:txBody>
          <a:bodyPr anchor="ctr" anchorCtr="0">
            <a:normAutofit/>
          </a:bodyPr>
          <a:lstStyle>
            <a:lvl1pPr marL="0" marR="0" indent="0" algn="ctr" defTabSz="457200" rtl="0" eaLnBrk="1" fontAlgn="auto" latinLnBrk="0" hangingPunct="1">
              <a:lnSpc>
                <a:spcPct val="100000"/>
              </a:lnSpc>
              <a:spcBef>
                <a:spcPts val="0"/>
              </a:spcBef>
              <a:spcAft>
                <a:spcPts val="0"/>
              </a:spcAft>
              <a:buClrTx/>
              <a:buSzTx/>
              <a:buFontTx/>
              <a:buNone/>
              <a:tabLst/>
              <a:defRPr sz="1200" b="0"/>
            </a:lvl1pPr>
          </a:lstStyle>
          <a:p>
            <a:r>
              <a:rPr lang="en-US"/>
              <a:t>Click icon to add picture. </a:t>
            </a:r>
            <a:br>
              <a:rPr lang="en-US"/>
            </a:br>
            <a:r>
              <a:rPr lang="en-US"/>
              <a:t>Placeholder is 4:3 proportion.</a:t>
            </a:r>
          </a:p>
        </p:txBody>
      </p:sp>
      <p:sp>
        <p:nvSpPr>
          <p:cNvPr id="2" name="Date Placeholder 1"/>
          <p:cNvSpPr>
            <a:spLocks noGrp="1"/>
          </p:cNvSpPr>
          <p:nvPr>
            <p:ph type="dt" sz="half" idx="11"/>
          </p:nvPr>
        </p:nvSpPr>
        <p:spPr/>
        <p:txBody>
          <a:bodyPr/>
          <a:lstStyle/>
          <a:p>
            <a:r>
              <a:rPr lang="en-US">
                <a:solidFill>
                  <a:srgbClr val="000000"/>
                </a:solidFill>
              </a:rPr>
              <a:t>Month 00, 0000</a:t>
            </a:r>
          </a:p>
        </p:txBody>
      </p:sp>
      <p:sp>
        <p:nvSpPr>
          <p:cNvPr id="3" name="Footer Placeholder 2"/>
          <p:cNvSpPr>
            <a:spLocks noGrp="1"/>
          </p:cNvSpPr>
          <p:nvPr>
            <p:ph type="ftr" sz="quarter" idx="12"/>
          </p:nvPr>
        </p:nvSpPr>
        <p:spPr>
          <a:xfrm>
            <a:off x="609600" y="6419088"/>
            <a:ext cx="5388864" cy="228600"/>
          </a:xfrm>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
        <p:nvSpPr>
          <p:cNvPr id="4" name="Slide Number Placeholder 3"/>
          <p:cNvSpPr>
            <a:spLocks noGrp="1"/>
          </p:cNvSpPr>
          <p:nvPr>
            <p:ph type="sldNum" sz="quarter" idx="13"/>
          </p:nvPr>
        </p:nvSpPr>
        <p:spPr/>
        <p:txBody>
          <a:bodyPr/>
          <a:lstStyle/>
          <a:p>
            <a:fld id="{E12D0507-9F86-7A45-BE8E-43760B9F92AA}"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180405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2"/>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3352800" y="1280160"/>
            <a:ext cx="5486400" cy="4114800"/>
            <a:chOff x="2514600" y="365760"/>
            <a:chExt cx="4114800" cy="4114800"/>
          </a:xfrm>
        </p:grpSpPr>
        <p:sp>
          <p:nvSpPr>
            <p:cNvPr id="7" name="Oval 6"/>
            <p:cNvSpPr>
              <a:spLocks noChangeAspect="1"/>
            </p:cNvSpPr>
            <p:nvPr userDrawn="1"/>
          </p:nvSpPr>
          <p:spPr bwMode="gray">
            <a:xfrm>
              <a:off x="2514600" y="365760"/>
              <a:ext cx="4114800" cy="4114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sp>
          <p:nvSpPr>
            <p:cNvPr id="8" name="Oval 7"/>
            <p:cNvSpPr>
              <a:spLocks noChangeAspect="1"/>
            </p:cNvSpPr>
            <p:nvPr userDrawn="1"/>
          </p:nvSpPr>
          <p:spPr bwMode="hidden">
            <a:xfrm>
              <a:off x="2514600" y="365760"/>
              <a:ext cx="4114800" cy="4114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srgbClr val="FFFFFF"/>
                </a:solidFill>
              </a:endParaRPr>
            </a:p>
          </p:txBody>
        </p:sp>
      </p:grpSp>
      <p:sp>
        <p:nvSpPr>
          <p:cNvPr id="3" name="TextBox 2"/>
          <p:cNvSpPr txBox="1"/>
          <p:nvPr userDrawn="1"/>
        </p:nvSpPr>
        <p:spPr bwMode="gray">
          <a:xfrm>
            <a:off x="4206240" y="2103120"/>
            <a:ext cx="3779520" cy="2468880"/>
          </a:xfrm>
          <a:prstGeom prst="rect">
            <a:avLst/>
          </a:prstGeom>
          <a:noFill/>
        </p:spPr>
        <p:txBody>
          <a:bodyPr wrap="square" lIns="0" tIns="0" rIns="0" bIns="0" rtlCol="0" anchor="ctr" anchorCtr="0">
            <a:normAutofit/>
          </a:bodyPr>
          <a:lstStyle/>
          <a:p>
            <a:pPr algn="ctr" defTabSz="457200">
              <a:lnSpc>
                <a:spcPct val="90000"/>
              </a:lnSpc>
            </a:pPr>
            <a:r>
              <a:rPr lang="en-US" sz="4000" b="1">
                <a:solidFill>
                  <a:srgbClr val="CC050A"/>
                </a:solidFill>
                <a:latin typeface="NeueHaasGroteskDisp Std"/>
              </a:rPr>
              <a:t>Thank you.</a:t>
            </a:r>
          </a:p>
        </p:txBody>
      </p:sp>
      <p:sp>
        <p:nvSpPr>
          <p:cNvPr id="4" name="Date Placeholder 3"/>
          <p:cNvSpPr>
            <a:spLocks noGrp="1"/>
          </p:cNvSpPr>
          <p:nvPr>
            <p:ph type="dt" sz="half" idx="10"/>
          </p:nvPr>
        </p:nvSpPr>
        <p:spPr/>
        <p:txBody>
          <a:bodyPr/>
          <a:lstStyle/>
          <a:p>
            <a:r>
              <a:rPr lang="en-US">
                <a:solidFill>
                  <a:srgbClr val="000000"/>
                </a:solidFill>
              </a:rPr>
              <a:t>Month 00, 0000</a:t>
            </a:r>
          </a:p>
        </p:txBody>
      </p:sp>
      <p:sp>
        <p:nvSpPr>
          <p:cNvPr id="5" name="Footer Placeholder 4"/>
          <p:cNvSpPr>
            <a:spLocks noGrp="1"/>
          </p:cNvSpPr>
          <p:nvPr>
            <p:ph type="ftr" sz="quarter" idx="11"/>
          </p:nvPr>
        </p:nvSpPr>
        <p:spPr/>
        <p:txBody>
          <a:bodyPr/>
          <a:lstStyle/>
          <a:p>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
        <p:nvSpPr>
          <p:cNvPr id="6" name="Slide Number Placeholder 5"/>
          <p:cNvSpPr>
            <a:spLocks noGrp="1"/>
          </p:cNvSpPr>
          <p:nvPr>
            <p:ph type="sldNum" sz="quarter" idx="12"/>
          </p:nvPr>
        </p:nvSpPr>
        <p:spPr/>
        <p:txBody>
          <a:bodyPr/>
          <a:lstStyle/>
          <a:p>
            <a:fld id="{E12D0507-9F86-7A45-BE8E-43760B9F92AA}"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572425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slideLayout" Target="../slideLayouts/slideLayout36.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image" Target="../media/image6.emf"/><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kst tytułowy"/>
          <p:cNvSpPr txBox="1">
            <a:spLocks noGrp="1"/>
          </p:cNvSpPr>
          <p:nvPr>
            <p:ph type="title"/>
          </p:nvPr>
        </p:nvSpPr>
        <p:spPr>
          <a:xfrm>
            <a:off x="1826683" y="0"/>
            <a:ext cx="9753601" cy="1836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9050" tIns="19050" rIns="19050" bIns="19050" anchor="b">
            <a:normAutofit/>
          </a:bodyPr>
          <a:lstStyle/>
          <a:p>
            <a:r>
              <a:t>Tekst tytułowy</a:t>
            </a:r>
          </a:p>
        </p:txBody>
      </p:sp>
      <p:sp>
        <p:nvSpPr>
          <p:cNvPr id="3" name="Treść - poziom 1…"/>
          <p:cNvSpPr txBox="1">
            <a:spLocks noGrp="1"/>
          </p:cNvSpPr>
          <p:nvPr>
            <p:ph type="body" idx="1"/>
          </p:nvPr>
        </p:nvSpPr>
        <p:spPr>
          <a:xfrm>
            <a:off x="6805083" y="2438400"/>
            <a:ext cx="4775201" cy="441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9050" tIns="19050" rIns="19050" bIns="19050">
            <a:normAutofit/>
          </a:bodyPr>
          <a:lstStyle/>
          <a:p>
            <a:r>
              <a:t>Treść - poziom 1</a:t>
            </a:r>
          </a:p>
          <a:p>
            <a:pPr lvl="1"/>
            <a:r>
              <a:t>Treść - poziom 2</a:t>
            </a:r>
          </a:p>
          <a:p>
            <a:pPr lvl="2"/>
            <a:r>
              <a:t>Treść - poziom 3</a:t>
            </a:r>
          </a:p>
          <a:p>
            <a:pPr lvl="3"/>
            <a:r>
              <a:t>Treść - poziom 4</a:t>
            </a:r>
          </a:p>
          <a:p>
            <a:pPr lvl="4"/>
            <a:r>
              <a:t>Treść - poziom 5</a:t>
            </a:r>
          </a:p>
        </p:txBody>
      </p:sp>
      <p:sp>
        <p:nvSpPr>
          <p:cNvPr id="4" name="Numer slajdu"/>
          <p:cNvSpPr txBox="1">
            <a:spLocks noGrp="1"/>
          </p:cNvSpPr>
          <p:nvPr>
            <p:ph type="sldNum" sz="quarter" idx="2"/>
          </p:nvPr>
        </p:nvSpPr>
        <p:spPr>
          <a:xfrm>
            <a:off x="6011767" y="5740844"/>
            <a:ext cx="163780" cy="162257"/>
          </a:xfrm>
          <a:prstGeom prst="rect">
            <a:avLst/>
          </a:prstGeom>
          <a:ln w="12700">
            <a:miter lim="400000"/>
          </a:ln>
        </p:spPr>
        <p:txBody>
          <a:bodyPr wrap="none" lIns="19050" tIns="19050" rIns="19050" bIns="19050" anchor="b">
            <a:spAutoFit/>
          </a:bodyPr>
          <a:lstStyle>
            <a:lvl1pPr defTabSz="292100">
              <a:defRPr sz="800">
                <a:solidFill>
                  <a:srgbClr val="000000"/>
                </a:solidFill>
                <a:latin typeface="+mn-lt"/>
                <a:ea typeface="+mn-ea"/>
                <a:cs typeface="+mn-cs"/>
                <a:sym typeface="Helvetica Neue"/>
              </a:defRPr>
            </a:lvl1pPr>
          </a:lstStyle>
          <a:p>
            <a:fld id="{86CB4B4D-7CA3-9044-876B-883B54F8677D}" type="slidenum">
              <a:rPr/>
              <a:t>‹#›</a:t>
            </a:fld>
            <a:endParaRPr/>
          </a:p>
        </p:txBody>
      </p:sp>
      <p:graphicFrame>
        <p:nvGraphicFramePr>
          <p:cNvPr id="5" name="Table 4">
            <a:extLst>
              <a:ext uri="{FF2B5EF4-FFF2-40B4-BE49-F238E27FC236}">
                <a16:creationId xmlns:a16="http://schemas.microsoft.com/office/drawing/2014/main" id="{4815ACEB-6562-B658-E982-F3E580CCCD1C}"/>
              </a:ext>
            </a:extLst>
          </p:cNvPr>
          <p:cNvGraphicFramePr>
            <a:graphicFrameLocks noGrp="1"/>
          </p:cNvGraphicFramePr>
          <p:nvPr userDrawn="1">
            <p:extLst>
              <p:ext uri="{D42A27DB-BD31-4B8C-83A1-F6EECF244321}">
                <p14:modId xmlns:p14="http://schemas.microsoft.com/office/powerpoint/2010/main" val="2449313988"/>
              </p:ext>
            </p:extLst>
          </p:nvPr>
        </p:nvGraphicFramePr>
        <p:xfrm>
          <a:off x="11393510" y="6686550"/>
          <a:ext cx="1587500" cy="171450"/>
        </p:xfrm>
        <a:graphic>
          <a:graphicData uri="http://schemas.openxmlformats.org/drawingml/2006/table">
            <a:tbl>
              <a:tblPr/>
              <a:tblGrid>
                <a:gridCol w="1587500">
                  <a:extLst>
                    <a:ext uri="{9D8B030D-6E8A-4147-A177-3AD203B41FA5}">
                      <a16:colId xmlns:a16="http://schemas.microsoft.com/office/drawing/2014/main" val="3816417234"/>
                    </a:ext>
                  </a:extLst>
                </a:gridCol>
              </a:tblGrid>
              <a:tr h="171450">
                <a:tc>
                  <a:txBody>
                    <a:bodyPr/>
                    <a:lstStyle/>
                    <a:p>
                      <a:pPr algn="l" fontAlgn="b"/>
                      <a:r>
                        <a:rPr lang="en-GB" sz="500" b="0" i="0" u="none" strike="noStrike">
                          <a:solidFill>
                            <a:srgbClr val="244931"/>
                          </a:solidFill>
                          <a:effectLst/>
                          <a:latin typeface="Poppins" panose="00000500000000000000" pitchFamily="2" charset="0"/>
                          <a:cs typeface="Poppins" panose="00000500000000000000" pitchFamily="2" charset="0"/>
                        </a:rPr>
                        <a:t>CORP-MPT-352-0922</a:t>
                      </a:r>
                    </a:p>
                  </a:txBody>
                  <a:tcPr marL="6350" marR="6350" marT="635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0269362"/>
                  </a:ext>
                </a:extLst>
              </a:tr>
            </a:tbl>
          </a:graphicData>
        </a:graphic>
      </p:graphicFrame>
    </p:spTree>
    <p:extLst>
      <p:ext uri="{BB962C8B-B14F-4D97-AF65-F5344CB8AC3E}">
        <p14:creationId xmlns:p14="http://schemas.microsoft.com/office/powerpoint/2010/main" val="362933684"/>
      </p:ext>
    </p:extLst>
  </p:cSld>
  <p:clrMap bg1="lt1" tx1="dk1" bg2="lt2" tx2="dk2" accent1="accent1" accent2="accent2" accent3="accent3" accent4="accent4" accent5="accent5" accent6="accent6" hlink="hlink" folHlink="folHlink"/>
  <p:sldLayoutIdLst>
    <p:sldLayoutId id="2147483676" r:id="rId1"/>
    <p:sldLayoutId id="2147483687" r:id="rId2"/>
    <p:sldLayoutId id="2147483688" r:id="rId3"/>
    <p:sldLayoutId id="2147483689" r:id="rId4"/>
    <p:sldLayoutId id="2147483690" r:id="rId5"/>
    <p:sldLayoutId id="2147483691" r:id="rId6"/>
    <p:sldLayoutId id="2147483692" r:id="rId7"/>
  </p:sldLayoutIdLst>
  <p:transition spd="med"/>
  <p:txStyles>
    <p:titleStyle>
      <a:lvl1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1pPr>
      <a:lvl2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2pPr>
      <a:lvl3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3pPr>
      <a:lvl4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4pPr>
      <a:lvl5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5pPr>
      <a:lvl6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6pPr>
      <a:lvl7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7pPr>
      <a:lvl8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8pPr>
      <a:lvl9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9pPr>
    </p:titleStyle>
    <p:bodyStyle>
      <a:lvl1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1pPr>
      <a:lvl2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2pPr>
      <a:lvl3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3pPr>
      <a:lvl4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4pPr>
      <a:lvl5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5pPr>
      <a:lvl6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6pPr>
      <a:lvl7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7pPr>
      <a:lvl8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8pPr>
      <a:lvl9pPr marL="0" marR="0" indent="0" algn="l" defTabSz="412750" rtl="0" latinLnBrk="0">
        <a:lnSpc>
          <a:spcPct val="110000"/>
        </a:lnSpc>
        <a:spcBef>
          <a:spcPts val="0"/>
        </a:spcBef>
        <a:spcAft>
          <a:spcPts val="0"/>
        </a:spcAft>
        <a:buClrTx/>
        <a:buSzTx/>
        <a:buFontTx/>
        <a:buNone/>
        <a:tabLst/>
        <a:defRPr sz="2200" b="1" i="0" u="none" strike="noStrike" cap="none" spc="0" baseline="0">
          <a:solidFill>
            <a:srgbClr val="EB6A31"/>
          </a:solidFill>
          <a:uFillTx/>
          <a:latin typeface="+mn-lt"/>
          <a:ea typeface="+mn-ea"/>
          <a:cs typeface="+mn-cs"/>
          <a:sym typeface="Helvetica Neue"/>
        </a:defRPr>
      </a:lvl9pPr>
    </p:bodyStyle>
    <p:other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609600" y="423005"/>
            <a:ext cx="9448800" cy="457200"/>
          </a:xfrm>
          <a:prstGeom prst="rect">
            <a:avLst/>
          </a:prstGeom>
        </p:spPr>
        <p:txBody>
          <a:bodyPr vert="horz" lIns="0" tIns="0" rIns="0" bIns="0" rtlCol="0" anchor="t" anchorCtr="0">
            <a:normAutofit/>
          </a:bodyPr>
          <a:lstStyle/>
          <a:p>
            <a:r>
              <a:rPr lang="en-US"/>
              <a:t>Click to edit Master title style</a:t>
            </a:r>
          </a:p>
        </p:txBody>
      </p:sp>
      <p:sp>
        <p:nvSpPr>
          <p:cNvPr id="3" name="Text Placeholder 2"/>
          <p:cNvSpPr>
            <a:spLocks noGrp="1"/>
          </p:cNvSpPr>
          <p:nvPr>
            <p:ph type="body" idx="1"/>
          </p:nvPr>
        </p:nvSpPr>
        <p:spPr bwMode="gray">
          <a:xfrm>
            <a:off x="609600" y="1371600"/>
            <a:ext cx="9448800" cy="48006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bwMode="gray">
          <a:xfrm>
            <a:off x="10058400" y="6419088"/>
            <a:ext cx="1219200" cy="228600"/>
          </a:xfrm>
          <a:prstGeom prst="rect">
            <a:avLst/>
          </a:prstGeom>
        </p:spPr>
        <p:txBody>
          <a:bodyPr vert="horz" lIns="0" tIns="0" rIns="0" bIns="0" rtlCol="0" anchor="b" anchorCtr="0"/>
          <a:lstStyle>
            <a:lvl1pPr algn="l">
              <a:defRPr sz="700">
                <a:solidFill>
                  <a:schemeClr val="tx1"/>
                </a:solidFill>
              </a:defRPr>
            </a:lvl1pPr>
          </a:lstStyle>
          <a:p>
            <a:pPr defTabSz="457200"/>
            <a:r>
              <a:rPr lang="en-US">
                <a:solidFill>
                  <a:srgbClr val="000000"/>
                </a:solidFill>
              </a:rPr>
              <a:t>Month 00, 0000</a:t>
            </a:r>
          </a:p>
        </p:txBody>
      </p:sp>
      <p:sp>
        <p:nvSpPr>
          <p:cNvPr id="6" name="Slide Number Placeholder 5"/>
          <p:cNvSpPr>
            <a:spLocks noGrp="1"/>
          </p:cNvSpPr>
          <p:nvPr>
            <p:ph type="sldNum" sz="quarter" idx="4"/>
          </p:nvPr>
        </p:nvSpPr>
        <p:spPr bwMode="gray">
          <a:xfrm>
            <a:off x="11277600" y="6419088"/>
            <a:ext cx="304800" cy="228600"/>
          </a:xfrm>
          <a:prstGeom prst="rect">
            <a:avLst/>
          </a:prstGeom>
        </p:spPr>
        <p:txBody>
          <a:bodyPr vert="horz" lIns="0" tIns="0" rIns="0" bIns="0" rtlCol="0" anchor="b" anchorCtr="0"/>
          <a:lstStyle>
            <a:lvl1pPr algn="r">
              <a:defRPr sz="700" b="1">
                <a:solidFill>
                  <a:schemeClr val="tx1"/>
                </a:solidFill>
              </a:defRPr>
            </a:lvl1pPr>
          </a:lstStyle>
          <a:p>
            <a:pPr defTabSz="457200"/>
            <a:fld id="{E12D0507-9F86-7A45-BE8E-43760B9F92AA}" type="slidenum">
              <a:rPr lang="en-US" smtClean="0">
                <a:solidFill>
                  <a:srgbClr val="000000"/>
                </a:solidFill>
              </a:rPr>
              <a:pPr defTabSz="457200"/>
              <a:t>‹#›</a:t>
            </a:fld>
            <a:endParaRPr lang="en-US">
              <a:solidFill>
                <a:srgbClr val="000000"/>
              </a:solidFill>
            </a:endParaRPr>
          </a:p>
        </p:txBody>
      </p:sp>
      <p:pic>
        <p:nvPicPr>
          <p:cNvPr id="7" name="Picture 2"/>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gray">
          <a:xfrm>
            <a:off x="421968" y="6256412"/>
            <a:ext cx="1950720" cy="51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ooter Placeholder 4"/>
          <p:cNvSpPr>
            <a:spLocks noGrp="1"/>
          </p:cNvSpPr>
          <p:nvPr>
            <p:ph type="ftr" sz="quarter" idx="3"/>
          </p:nvPr>
        </p:nvSpPr>
        <p:spPr>
          <a:xfrm>
            <a:off x="2743200" y="6419088"/>
            <a:ext cx="5388864" cy="228600"/>
          </a:xfrm>
          <a:prstGeom prst="rect">
            <a:avLst/>
          </a:prstGeom>
          <a:noFill/>
        </p:spPr>
        <p:txBody>
          <a:bodyPr vert="horz" lIns="0" tIns="0" rIns="182880" bIns="0" rtlCol="0" anchor="b" anchorCtr="0"/>
          <a:lstStyle>
            <a:lvl1pPr algn="l">
              <a:defRPr sz="700">
                <a:solidFill>
                  <a:schemeClr val="tx2"/>
                </a:solidFill>
                <a:latin typeface="Arial Narrow"/>
                <a:cs typeface="Arial Narrow"/>
              </a:defRPr>
            </a:lvl1pPr>
          </a:lstStyle>
          <a:p>
            <a:pPr defTabSz="457200"/>
            <a:r>
              <a:rPr lang="en-US">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p>
        </p:txBody>
      </p:sp>
    </p:spTree>
    <p:extLst>
      <p:ext uri="{BB962C8B-B14F-4D97-AF65-F5344CB8AC3E}">
        <p14:creationId xmlns:p14="http://schemas.microsoft.com/office/powerpoint/2010/main" val="401217476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Lst>
  <p:hf hdr="0" dt="0"/>
  <p:txStyles>
    <p:titleStyle>
      <a:lvl1pPr algn="l" defTabSz="457200" rtl="0" eaLnBrk="1" latinLnBrk="0" hangingPunct="1">
        <a:lnSpc>
          <a:spcPct val="90000"/>
        </a:lnSpc>
        <a:spcBef>
          <a:spcPct val="0"/>
        </a:spcBef>
        <a:buNone/>
        <a:defRPr sz="2600" b="1" kern="1200">
          <a:solidFill>
            <a:schemeClr val="accent1"/>
          </a:solidFill>
          <a:latin typeface="+mj-lt"/>
          <a:ea typeface="+mj-ea"/>
          <a:cs typeface="+mj-cs"/>
        </a:defRPr>
      </a:lvl1pPr>
    </p:titleStyle>
    <p:bodyStyle>
      <a:lvl1pPr marL="0" indent="0" algn="l" defTabSz="457200" rtl="0" eaLnBrk="1" latinLnBrk="0" hangingPunct="1">
        <a:lnSpc>
          <a:spcPct val="100000"/>
        </a:lnSpc>
        <a:spcBef>
          <a:spcPts val="900"/>
        </a:spcBef>
        <a:buFontTx/>
        <a:buNone/>
        <a:defRPr sz="1600" b="1" kern="1200">
          <a:solidFill>
            <a:schemeClr val="tx1"/>
          </a:solidFill>
          <a:latin typeface="+mn-lt"/>
          <a:ea typeface="+mn-ea"/>
          <a:cs typeface="+mn-cs"/>
        </a:defRPr>
      </a:lvl1pPr>
      <a:lvl2pPr marL="0" indent="0" algn="l" defTabSz="457200" rtl="0" eaLnBrk="1" latinLnBrk="0" hangingPunct="1">
        <a:lnSpc>
          <a:spcPct val="100000"/>
        </a:lnSpc>
        <a:spcBef>
          <a:spcPts val="900"/>
        </a:spcBef>
        <a:buFontTx/>
        <a:buNone/>
        <a:defRPr sz="1600" kern="1200">
          <a:solidFill>
            <a:schemeClr val="tx1"/>
          </a:solidFill>
          <a:latin typeface="+mn-lt"/>
          <a:ea typeface="+mn-ea"/>
          <a:cs typeface="+mn-cs"/>
        </a:defRPr>
      </a:lvl2pPr>
      <a:lvl3pPr marL="230188" indent="-230188" algn="l" defTabSz="457200" rtl="0" eaLnBrk="1" latinLnBrk="0" hangingPunct="1">
        <a:lnSpc>
          <a:spcPct val="100000"/>
        </a:lnSpc>
        <a:spcBef>
          <a:spcPts val="600"/>
        </a:spcBef>
        <a:buFont typeface="Arial"/>
        <a:buChar char="•"/>
        <a:defRPr sz="1600" kern="1200">
          <a:solidFill>
            <a:schemeClr val="tx1"/>
          </a:solidFill>
          <a:latin typeface="+mn-lt"/>
          <a:ea typeface="+mn-ea"/>
          <a:cs typeface="+mn-cs"/>
        </a:defRPr>
      </a:lvl3pPr>
      <a:lvl4pPr marL="455613" indent="-225425" algn="l" defTabSz="457200" rtl="0" eaLnBrk="1" latinLnBrk="0" hangingPunct="1">
        <a:lnSpc>
          <a:spcPct val="100000"/>
        </a:lnSpc>
        <a:spcBef>
          <a:spcPts val="600"/>
        </a:spcBef>
        <a:buFont typeface="Arial"/>
        <a:buChar char="–"/>
        <a:defRPr sz="1600" kern="1200">
          <a:solidFill>
            <a:schemeClr val="tx1"/>
          </a:solidFill>
          <a:latin typeface="+mn-lt"/>
          <a:ea typeface="+mn-ea"/>
          <a:cs typeface="+mn-cs"/>
        </a:defRPr>
      </a:lvl4pPr>
      <a:lvl5pPr marL="685800" indent="-230188" algn="l" defTabSz="457200" rtl="0" eaLnBrk="1" latinLnBrk="0" hangingPunct="1">
        <a:lnSpc>
          <a:spcPct val="100000"/>
        </a:lnSpc>
        <a:spcBef>
          <a:spcPts val="6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jpe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9.svg"/><Relationship Id="rId4" Type="http://schemas.openxmlformats.org/officeDocument/2006/relationships/diagramData" Target="../diagrams/data2.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jpe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7.jpeg"/><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BE57-EEE2-B164-F89E-5D13E20C55C7}"/>
              </a:ext>
            </a:extLst>
          </p:cNvPr>
          <p:cNvSpPr>
            <a:spLocks noGrp="1"/>
          </p:cNvSpPr>
          <p:nvPr>
            <p:ph type="title"/>
          </p:nvPr>
        </p:nvSpPr>
        <p:spPr>
          <a:xfrm>
            <a:off x="1409387" y="2152651"/>
            <a:ext cx="6409867" cy="3070422"/>
          </a:xfrm>
        </p:spPr>
        <p:txBody>
          <a:bodyPr>
            <a:normAutofit fontScale="90000"/>
          </a:bodyPr>
          <a:lstStyle/>
          <a:p>
            <a:r>
              <a:rPr lang="en-US" sz="4400"/>
              <a:t>NPI Sourcing Process 2.0</a:t>
            </a:r>
            <a:br>
              <a:rPr lang="en-US"/>
            </a:br>
            <a:br>
              <a:rPr lang="en-US"/>
            </a:br>
            <a:r>
              <a:rPr lang="en-US" sz="4400"/>
              <a:t>Stage Reviews</a:t>
            </a:r>
            <a:br>
              <a:rPr lang="en-US" sz="4400"/>
            </a:br>
            <a:br>
              <a:rPr lang="en-US" sz="4400"/>
            </a:br>
            <a:r>
              <a:rPr lang="en-US" sz="3600"/>
              <a:t>January 8, 2024</a:t>
            </a:r>
            <a:endParaRPr lang="en-US"/>
          </a:p>
        </p:txBody>
      </p:sp>
    </p:spTree>
    <p:extLst>
      <p:ext uri="{BB962C8B-B14F-4D97-AF65-F5344CB8AC3E}">
        <p14:creationId xmlns:p14="http://schemas.microsoft.com/office/powerpoint/2010/main" val="23373583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F59871A7-55F5-6536-69A5-EA74C457056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5EBE1E5-1A74-D3F7-8122-397B9CF83CB9}"/>
              </a:ext>
            </a:extLst>
          </p:cNvPr>
          <p:cNvSpPr/>
          <p:nvPr/>
        </p:nvSpPr>
        <p:spPr>
          <a:xfrm>
            <a:off x="10189861" y="1548361"/>
            <a:ext cx="1710538" cy="5198363"/>
          </a:xfrm>
          <a:prstGeom prst="roundRect">
            <a:avLst>
              <a:gd name="adj" fmla="val 13110"/>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3" name="Rectangle: Rounded Corners 2">
            <a:extLst>
              <a:ext uri="{FF2B5EF4-FFF2-40B4-BE49-F238E27FC236}">
                <a16:creationId xmlns:a16="http://schemas.microsoft.com/office/drawing/2014/main" id="{3FCA017D-8E9C-EFD1-7F48-2A528D69E595}"/>
              </a:ext>
            </a:extLst>
          </p:cNvPr>
          <p:cNvSpPr/>
          <p:nvPr/>
        </p:nvSpPr>
        <p:spPr>
          <a:xfrm>
            <a:off x="6460108" y="1500381"/>
            <a:ext cx="3715900" cy="5198363"/>
          </a:xfrm>
          <a:prstGeom prst="roundRect">
            <a:avLst>
              <a:gd name="adj" fmla="val 5559"/>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 name="Rectangle: Rounded Corners 1">
            <a:extLst>
              <a:ext uri="{FF2B5EF4-FFF2-40B4-BE49-F238E27FC236}">
                <a16:creationId xmlns:a16="http://schemas.microsoft.com/office/drawing/2014/main" id="{70C46AEE-990D-6EE3-4AF1-40FA62E33BAF}"/>
              </a:ext>
            </a:extLst>
          </p:cNvPr>
          <p:cNvSpPr/>
          <p:nvPr/>
        </p:nvSpPr>
        <p:spPr>
          <a:xfrm>
            <a:off x="1213993" y="1511958"/>
            <a:ext cx="5236660" cy="5198364"/>
          </a:xfrm>
          <a:prstGeom prst="roundRect">
            <a:avLst>
              <a:gd name="adj" fmla="val 4010"/>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96" name="Product Segments">
            <a:extLst>
              <a:ext uri="{FF2B5EF4-FFF2-40B4-BE49-F238E27FC236}">
                <a16:creationId xmlns:a16="http://schemas.microsoft.com/office/drawing/2014/main" id="{91A15C91-0CDD-A588-872D-5F0277601FA1}"/>
              </a:ext>
            </a:extLst>
          </p:cNvPr>
          <p:cNvSpPr txBox="1">
            <a:spLocks noGrp="1"/>
          </p:cNvSpPr>
          <p:nvPr>
            <p:ph type="ctrTitle"/>
          </p:nvPr>
        </p:nvSpPr>
        <p:spPr>
          <a:xfrm>
            <a:off x="2128789" y="122845"/>
            <a:ext cx="7934421" cy="649456"/>
          </a:xfrm>
          <a:prstGeom prst="rect">
            <a:avLst/>
          </a:prstGeom>
        </p:spPr>
        <p:txBody>
          <a:bodyPr>
            <a:normAutofit/>
          </a:bodyPr>
          <a:lstStyle>
            <a:lvl1pPr algn="ctr">
              <a:defRPr sz="3000" spc="-111"/>
            </a:lvl1pPr>
          </a:lstStyle>
          <a:p>
            <a:pPr defTabSz="1194907" hangingPunct="0"/>
            <a:r>
              <a:rPr lang="en-US" b="1" spc="-102">
                <a:solidFill>
                  <a:srgbClr val="104226"/>
                </a:solidFill>
                <a:latin typeface="Poppins" panose="00000500000000000000" pitchFamily="2" charset="-18"/>
                <a:cs typeface="Poppins" panose="00000500000000000000" pitchFamily="2" charset="-18"/>
              </a:rPr>
              <a:t>NPI Sourcing Process 2.0 Overview</a:t>
            </a:r>
            <a:endParaRPr b="1" spc="-102">
              <a:solidFill>
                <a:srgbClr val="104226"/>
              </a:solidFill>
              <a:latin typeface="Poppins" panose="00000500000000000000" pitchFamily="2" charset="-18"/>
              <a:cs typeface="Poppins" panose="00000500000000000000" pitchFamily="2" charset="-18"/>
            </a:endParaRPr>
          </a:p>
        </p:txBody>
      </p:sp>
      <p:sp>
        <p:nvSpPr>
          <p:cNvPr id="7" name="Rectangle: Rounded Corners 6">
            <a:extLst>
              <a:ext uri="{FF2B5EF4-FFF2-40B4-BE49-F238E27FC236}">
                <a16:creationId xmlns:a16="http://schemas.microsoft.com/office/drawing/2014/main" id="{608E2CD2-AFF3-01F0-168D-84FEA5A9B7E5}"/>
              </a:ext>
            </a:extLst>
          </p:cNvPr>
          <p:cNvSpPr/>
          <p:nvPr/>
        </p:nvSpPr>
        <p:spPr>
          <a:xfrm>
            <a:off x="6454008" y="1747590"/>
            <a:ext cx="3726398" cy="468213"/>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C6726"/>
                </a:solidFill>
                <a:effectLst/>
                <a:uLnTx/>
                <a:uFillTx/>
                <a:latin typeface="Poppins Bold"/>
                <a:ea typeface="Poppins Bold"/>
                <a:cs typeface="Poppins Bold"/>
                <a:sym typeface="Poppins Bold"/>
              </a:rPr>
              <a:t>Project Execution </a:t>
            </a:r>
            <a:endParaRPr kumimoji="0" lang="en-US" sz="1400" b="0" i="0" u="none" strike="noStrike" kern="1200" cap="none" spc="0" normalizeH="0" baseline="0" noProof="0">
              <a:ln>
                <a:noFill/>
              </a:ln>
              <a:solidFill>
                <a:srgbClr val="EC6726"/>
              </a:solidFill>
              <a:effectLst/>
              <a:uLnTx/>
              <a:uFillTx/>
              <a:latin typeface="Helvetica Neue"/>
              <a:sym typeface="Poppins Bold"/>
            </a:endParaRPr>
          </a:p>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E1F0EC"/>
                </a:solidFill>
                <a:effectLst/>
                <a:uLnTx/>
                <a:uFillTx/>
                <a:latin typeface="Poppins Bold"/>
                <a:ea typeface="Poppins Bold"/>
                <a:cs typeface="Poppins Bold"/>
                <a:sym typeface="Poppins Bold"/>
              </a:rPr>
              <a:t>by  </a:t>
            </a:r>
            <a:r>
              <a:rPr kumimoji="0" lang="en-US" sz="1100" b="1" i="0" u="sng" strike="noStrike" kern="1200" cap="none" spc="0" normalizeH="0" baseline="0" noProof="0">
                <a:ln>
                  <a:noFill/>
                </a:ln>
                <a:solidFill>
                  <a:srgbClr val="E1F0EC"/>
                </a:solidFill>
                <a:effectLst/>
                <a:uLnTx/>
                <a:uFillTx/>
                <a:latin typeface="Poppins Bold"/>
                <a:ea typeface="Poppins Bold"/>
                <a:cs typeface="Poppins Bold"/>
                <a:sym typeface="Poppins Bold"/>
              </a:rPr>
              <a:t>OnePlan</a:t>
            </a:r>
            <a:endParaRPr kumimoji="0" lang="en-US" sz="1100" b="1" i="0" u="sng" strike="noStrike" kern="1200" cap="none" spc="0" normalizeH="0" baseline="0" noProof="0">
              <a:ln>
                <a:noFill/>
              </a:ln>
              <a:solidFill>
                <a:srgbClr val="E1F0EC"/>
              </a:solidFill>
              <a:effectLst/>
              <a:uLnTx/>
              <a:uFillTx/>
              <a:latin typeface="Poppins Bold"/>
              <a:ea typeface="Poppins Bold"/>
              <a:cs typeface="Poppins Bold"/>
            </a:endParaRPr>
          </a:p>
        </p:txBody>
      </p:sp>
      <p:graphicFrame>
        <p:nvGraphicFramePr>
          <p:cNvPr id="6" name="Diagram 5">
            <a:extLst>
              <a:ext uri="{FF2B5EF4-FFF2-40B4-BE49-F238E27FC236}">
                <a16:creationId xmlns:a16="http://schemas.microsoft.com/office/drawing/2014/main" id="{7AD1130D-9101-2BB3-E35C-E38C8939BFDA}"/>
              </a:ext>
            </a:extLst>
          </p:cNvPr>
          <p:cNvGraphicFramePr/>
          <p:nvPr>
            <p:extLst>
              <p:ext uri="{D42A27DB-BD31-4B8C-83A1-F6EECF244321}">
                <p14:modId xmlns:p14="http://schemas.microsoft.com/office/powerpoint/2010/main" val="2081037152"/>
              </p:ext>
            </p:extLst>
          </p:nvPr>
        </p:nvGraphicFramePr>
        <p:xfrm>
          <a:off x="1169104" y="2464901"/>
          <a:ext cx="10731295" cy="11575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Rectangle: Rounded Corners 20">
            <a:extLst>
              <a:ext uri="{FF2B5EF4-FFF2-40B4-BE49-F238E27FC236}">
                <a16:creationId xmlns:a16="http://schemas.microsoft.com/office/drawing/2014/main" id="{C42ADC35-024F-3ABB-9B9C-785B666F68C4}"/>
              </a:ext>
            </a:extLst>
          </p:cNvPr>
          <p:cNvSpPr/>
          <p:nvPr/>
        </p:nvSpPr>
        <p:spPr>
          <a:xfrm>
            <a:off x="6509921" y="3604010"/>
            <a:ext cx="1905566" cy="79716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GF-0056, Agreements,  </a:t>
            </a:r>
          </a:p>
          <a:p>
            <a:pPr marL="0" marR="0" lvl="0" indent="0" algn="ctr" defTabSz="1219168" rtl="0" eaLnBrk="1" fontAlgn="auto" latinLnBrk="0" hangingPunct="0">
              <a:lnSpc>
                <a:spcPct val="100000"/>
              </a:lnSpc>
              <a:spcBef>
                <a:spcPts val="0"/>
              </a:spcBef>
              <a:spcAft>
                <a:spcPts val="0"/>
              </a:spcAft>
              <a:buClrTx/>
              <a:buSzTx/>
              <a:buFontTx/>
              <a:buNone/>
              <a:tabLst/>
              <a:defRPr/>
            </a:pPr>
            <a:r>
              <a:rPr lang="en-US" sz="1150">
                <a:solidFill>
                  <a:srgbClr val="FFFFFF"/>
                </a:solidFill>
                <a:latin typeface="Poppins" panose="00000500000000000000" pitchFamily="2" charset="0"/>
                <a:ea typeface="Poppins Bold"/>
                <a:cs typeface="Poppins" panose="00000500000000000000" pitchFamily="2" charset="0"/>
                <a:sym typeface="Poppins Bold"/>
              </a:rPr>
              <a:t>Artwork,  Set up</a:t>
            </a:r>
          </a:p>
        </p:txBody>
      </p:sp>
      <p:sp>
        <p:nvSpPr>
          <p:cNvPr id="22" name="Rectangle: Rounded Corners 21">
            <a:extLst>
              <a:ext uri="{FF2B5EF4-FFF2-40B4-BE49-F238E27FC236}">
                <a16:creationId xmlns:a16="http://schemas.microsoft.com/office/drawing/2014/main" id="{2B5E157D-BD02-075A-AEFB-54070FC1F84D}"/>
              </a:ext>
            </a:extLst>
          </p:cNvPr>
          <p:cNvSpPr/>
          <p:nvPr/>
        </p:nvSpPr>
        <p:spPr>
          <a:xfrm>
            <a:off x="8462862" y="3604010"/>
            <a:ext cx="1665771" cy="79716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Launch PO, Marketing Material &amp; Launch</a:t>
            </a:r>
          </a:p>
        </p:txBody>
      </p:sp>
      <p:sp>
        <p:nvSpPr>
          <p:cNvPr id="23" name="Rectangle: Rounded Corners 22">
            <a:extLst>
              <a:ext uri="{FF2B5EF4-FFF2-40B4-BE49-F238E27FC236}">
                <a16:creationId xmlns:a16="http://schemas.microsoft.com/office/drawing/2014/main" id="{4E3AA848-83D0-2450-58D3-981C2A66CDB9}"/>
              </a:ext>
            </a:extLst>
          </p:cNvPr>
          <p:cNvSpPr/>
          <p:nvPr/>
        </p:nvSpPr>
        <p:spPr>
          <a:xfrm>
            <a:off x="10253893" y="3574989"/>
            <a:ext cx="1563940" cy="802152"/>
          </a:xfrm>
          <a:prstGeom prst="roundRect">
            <a:avLst>
              <a:gd name="adj" fmla="val 14207"/>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Reviews</a:t>
            </a:r>
          </a:p>
        </p:txBody>
      </p:sp>
      <p:sp>
        <p:nvSpPr>
          <p:cNvPr id="38" name="Rectangle: Rounded Corners 37">
            <a:extLst>
              <a:ext uri="{FF2B5EF4-FFF2-40B4-BE49-F238E27FC236}">
                <a16:creationId xmlns:a16="http://schemas.microsoft.com/office/drawing/2014/main" id="{91ECC129-4E9F-30D4-5874-870B05734499}"/>
              </a:ext>
            </a:extLst>
          </p:cNvPr>
          <p:cNvSpPr/>
          <p:nvPr/>
        </p:nvSpPr>
        <p:spPr>
          <a:xfrm>
            <a:off x="2750169" y="3623021"/>
            <a:ext cx="1839452" cy="80215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Supplier Quote Analysis</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Preliminary Evaluation</a:t>
            </a:r>
          </a:p>
        </p:txBody>
      </p:sp>
      <p:sp>
        <p:nvSpPr>
          <p:cNvPr id="57" name="TextBox 56">
            <a:extLst>
              <a:ext uri="{FF2B5EF4-FFF2-40B4-BE49-F238E27FC236}">
                <a16:creationId xmlns:a16="http://schemas.microsoft.com/office/drawing/2014/main" id="{B3C4AA38-E8F7-C3A7-70F4-78BA47FFDA71}"/>
              </a:ext>
            </a:extLst>
          </p:cNvPr>
          <p:cNvSpPr txBox="1"/>
          <p:nvPr/>
        </p:nvSpPr>
        <p:spPr>
          <a:xfrm>
            <a:off x="154574" y="4807131"/>
            <a:ext cx="1245599" cy="1115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BU</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58" name="TextBox 57">
            <a:extLst>
              <a:ext uri="{FF2B5EF4-FFF2-40B4-BE49-F238E27FC236}">
                <a16:creationId xmlns:a16="http://schemas.microsoft.com/office/drawing/2014/main" id="{77C2469A-C282-31D2-DD5D-BDAD71D1AAC0}"/>
              </a:ext>
            </a:extLst>
          </p:cNvPr>
          <p:cNvSpPr txBox="1"/>
          <p:nvPr/>
        </p:nvSpPr>
        <p:spPr>
          <a:xfrm>
            <a:off x="154574" y="5081350"/>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QARA</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59" name="TextBox 58">
            <a:extLst>
              <a:ext uri="{FF2B5EF4-FFF2-40B4-BE49-F238E27FC236}">
                <a16:creationId xmlns:a16="http://schemas.microsoft.com/office/drawing/2014/main" id="{4003DCC9-AEA2-F989-8A8B-CCDC67199AF4}"/>
              </a:ext>
            </a:extLst>
          </p:cNvPr>
          <p:cNvSpPr txBox="1"/>
          <p:nvPr/>
        </p:nvSpPr>
        <p:spPr>
          <a:xfrm>
            <a:off x="154574" y="5369400"/>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5E5E5E"/>
                </a:solidFill>
                <a:latin typeface="Poppins Bold"/>
                <a:ea typeface="Poppins Bold"/>
                <a:cs typeface="Poppins Bold"/>
                <a:sym typeface="Poppins Bold"/>
              </a:rPr>
              <a:t>Sourcing</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0" name="TextBox 59">
            <a:extLst>
              <a:ext uri="{FF2B5EF4-FFF2-40B4-BE49-F238E27FC236}">
                <a16:creationId xmlns:a16="http://schemas.microsoft.com/office/drawing/2014/main" id="{8CA0EBBE-7013-533C-87E4-BBEE2F064644}"/>
              </a:ext>
            </a:extLst>
          </p:cNvPr>
          <p:cNvSpPr txBox="1"/>
          <p:nvPr/>
        </p:nvSpPr>
        <p:spPr>
          <a:xfrm>
            <a:off x="164027" y="5661401"/>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R&amp;D</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2" name="TextBox 61">
            <a:extLst>
              <a:ext uri="{FF2B5EF4-FFF2-40B4-BE49-F238E27FC236}">
                <a16:creationId xmlns:a16="http://schemas.microsoft.com/office/drawing/2014/main" id="{E7B4E351-09F3-8E6A-3FEC-7C84A3994772}"/>
              </a:ext>
            </a:extLst>
          </p:cNvPr>
          <p:cNvSpPr txBox="1"/>
          <p:nvPr/>
        </p:nvSpPr>
        <p:spPr>
          <a:xfrm>
            <a:off x="154573" y="6138274"/>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Finance</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3" name="TextBox 62">
            <a:extLst>
              <a:ext uri="{FF2B5EF4-FFF2-40B4-BE49-F238E27FC236}">
                <a16:creationId xmlns:a16="http://schemas.microsoft.com/office/drawing/2014/main" id="{EDE31FAE-9416-9EE7-3037-6629607EE8CD}"/>
              </a:ext>
            </a:extLst>
          </p:cNvPr>
          <p:cNvSpPr txBox="1"/>
          <p:nvPr/>
        </p:nvSpPr>
        <p:spPr>
          <a:xfrm>
            <a:off x="164027" y="5904409"/>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SC</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6" name="Rectangle 255">
            <a:extLst>
              <a:ext uri="{FF2B5EF4-FFF2-40B4-BE49-F238E27FC236}">
                <a16:creationId xmlns:a16="http://schemas.microsoft.com/office/drawing/2014/main" id="{0217136E-40D0-BBB3-3A46-2D4F70CC9AD8}"/>
              </a:ext>
            </a:extLst>
          </p:cNvPr>
          <p:cNvSpPr/>
          <p:nvPr/>
        </p:nvSpPr>
        <p:spPr>
          <a:xfrm>
            <a:off x="1213994" y="4862976"/>
            <a:ext cx="10686406" cy="8079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8" name="Rectangle 257">
            <a:extLst>
              <a:ext uri="{FF2B5EF4-FFF2-40B4-BE49-F238E27FC236}">
                <a16:creationId xmlns:a16="http://schemas.microsoft.com/office/drawing/2014/main" id="{9E1FDD6B-EAF6-87F1-E0C9-E7F1CC5D9E3B}"/>
              </a:ext>
            </a:extLst>
          </p:cNvPr>
          <p:cNvSpPr/>
          <p:nvPr/>
        </p:nvSpPr>
        <p:spPr>
          <a:xfrm>
            <a:off x="1213993" y="5155462"/>
            <a:ext cx="10686405"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9" name="Rectangle 258">
            <a:extLst>
              <a:ext uri="{FF2B5EF4-FFF2-40B4-BE49-F238E27FC236}">
                <a16:creationId xmlns:a16="http://schemas.microsoft.com/office/drawing/2014/main" id="{64647761-9342-F78A-11D4-FBD79D1C07D9}"/>
              </a:ext>
            </a:extLst>
          </p:cNvPr>
          <p:cNvSpPr/>
          <p:nvPr/>
        </p:nvSpPr>
        <p:spPr>
          <a:xfrm>
            <a:off x="4600860" y="5704367"/>
            <a:ext cx="1873648"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0" name="Rectangle 259">
            <a:extLst>
              <a:ext uri="{FF2B5EF4-FFF2-40B4-BE49-F238E27FC236}">
                <a16:creationId xmlns:a16="http://schemas.microsoft.com/office/drawing/2014/main" id="{36294773-B81C-2067-7AC5-62AF37CE47A1}"/>
              </a:ext>
            </a:extLst>
          </p:cNvPr>
          <p:cNvSpPr/>
          <p:nvPr/>
        </p:nvSpPr>
        <p:spPr>
          <a:xfrm>
            <a:off x="1213992" y="5445997"/>
            <a:ext cx="10686405" cy="8378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2" name="Rectangle 261">
            <a:extLst>
              <a:ext uri="{FF2B5EF4-FFF2-40B4-BE49-F238E27FC236}">
                <a16:creationId xmlns:a16="http://schemas.microsoft.com/office/drawing/2014/main" id="{D665AA15-A4BA-7A36-01CD-9297C8358F18}"/>
              </a:ext>
            </a:extLst>
          </p:cNvPr>
          <p:cNvSpPr/>
          <p:nvPr/>
        </p:nvSpPr>
        <p:spPr>
          <a:xfrm>
            <a:off x="4600860" y="6290004"/>
            <a:ext cx="7299537"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3" name="Rectangle 262">
            <a:extLst>
              <a:ext uri="{FF2B5EF4-FFF2-40B4-BE49-F238E27FC236}">
                <a16:creationId xmlns:a16="http://schemas.microsoft.com/office/drawing/2014/main" id="{1025A46D-0B36-DB33-EE2E-F5690C09319B}"/>
              </a:ext>
            </a:extLst>
          </p:cNvPr>
          <p:cNvSpPr/>
          <p:nvPr/>
        </p:nvSpPr>
        <p:spPr>
          <a:xfrm>
            <a:off x="2750169" y="5982091"/>
            <a:ext cx="9150228" cy="8378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76" name="TextBox 275">
            <a:extLst>
              <a:ext uri="{FF2B5EF4-FFF2-40B4-BE49-F238E27FC236}">
                <a16:creationId xmlns:a16="http://schemas.microsoft.com/office/drawing/2014/main" id="{333165B9-3AA3-3347-E6EF-5E8A50FFA495}"/>
              </a:ext>
            </a:extLst>
          </p:cNvPr>
          <p:cNvSpPr txBox="1"/>
          <p:nvPr/>
        </p:nvSpPr>
        <p:spPr>
          <a:xfrm rot="16200000">
            <a:off x="-642622" y="5408780"/>
            <a:ext cx="1617601"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Team Engagement</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9" name="Rectangle: Rounded Corners 8">
            <a:extLst>
              <a:ext uri="{FF2B5EF4-FFF2-40B4-BE49-F238E27FC236}">
                <a16:creationId xmlns:a16="http://schemas.microsoft.com/office/drawing/2014/main" id="{65ADBDBD-8544-04FE-E89D-D8082F4D5DBC}"/>
              </a:ext>
            </a:extLst>
          </p:cNvPr>
          <p:cNvSpPr/>
          <p:nvPr/>
        </p:nvSpPr>
        <p:spPr>
          <a:xfrm>
            <a:off x="10185463" y="1747787"/>
            <a:ext cx="1728788" cy="451187"/>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lvl="1" algn="ctr" defTabSz="1219168">
              <a:defRPr/>
            </a:pPr>
            <a:r>
              <a:rPr kumimoji="0" lang="en-US" sz="1200" b="1" i="0" u="none" strike="noStrike" kern="1200" cap="none" spc="0" normalizeH="0" baseline="0" noProof="0">
                <a:ln>
                  <a:noFill/>
                </a:ln>
                <a:solidFill>
                  <a:srgbClr val="EC6726"/>
                </a:solidFill>
                <a:effectLst/>
                <a:uLnTx/>
                <a:uFillTx/>
                <a:latin typeface="Poppins Bold"/>
                <a:ea typeface="Poppins Bold"/>
                <a:cs typeface="Poppins Bold"/>
              </a:rPr>
              <a:t>Post Market </a:t>
            </a:r>
          </a:p>
          <a:p>
            <a:pPr algn="ctr" defTabSz="1219168">
              <a:defRPr/>
            </a:pPr>
            <a:r>
              <a:rPr kumimoji="0" lang="en-US" sz="1200" b="1" i="0" u="none" strike="noStrike" kern="1200" cap="none" spc="0" normalizeH="0" baseline="0" noProof="0">
                <a:ln>
                  <a:noFill/>
                </a:ln>
                <a:solidFill>
                  <a:srgbClr val="EC6726"/>
                </a:solidFill>
                <a:effectLst/>
                <a:uLnTx/>
                <a:uFillTx/>
                <a:latin typeface="Poppins Bold"/>
                <a:ea typeface="Poppins Bold"/>
                <a:cs typeface="Poppins Bold"/>
              </a:rPr>
              <a:t>            Review </a:t>
            </a:r>
          </a:p>
        </p:txBody>
      </p:sp>
      <p:sp>
        <p:nvSpPr>
          <p:cNvPr id="8" name="Rectangle: Rounded Corners 7">
            <a:extLst>
              <a:ext uri="{FF2B5EF4-FFF2-40B4-BE49-F238E27FC236}">
                <a16:creationId xmlns:a16="http://schemas.microsoft.com/office/drawing/2014/main" id="{119C0922-B0D2-67DE-6BCE-2B4B8ADEB41C}"/>
              </a:ext>
            </a:extLst>
          </p:cNvPr>
          <p:cNvSpPr/>
          <p:nvPr/>
        </p:nvSpPr>
        <p:spPr>
          <a:xfrm>
            <a:off x="1161158" y="3648420"/>
            <a:ext cx="1533630" cy="787748"/>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Proposal</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GF-0011</a:t>
            </a:r>
          </a:p>
        </p:txBody>
      </p:sp>
      <p:sp>
        <p:nvSpPr>
          <p:cNvPr id="39" name="Rectangle: Rounded Corners 38">
            <a:extLst>
              <a:ext uri="{FF2B5EF4-FFF2-40B4-BE49-F238E27FC236}">
                <a16:creationId xmlns:a16="http://schemas.microsoft.com/office/drawing/2014/main" id="{ADB2B915-D4F5-65E8-0B0B-31C5F49916E5}"/>
              </a:ext>
            </a:extLst>
          </p:cNvPr>
          <p:cNvSpPr/>
          <p:nvPr/>
        </p:nvSpPr>
        <p:spPr>
          <a:xfrm>
            <a:off x="4645002" y="3618987"/>
            <a:ext cx="1767731" cy="798630"/>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150">
                <a:solidFill>
                  <a:srgbClr val="FFFFFF"/>
                </a:solidFill>
                <a:latin typeface="Poppins" panose="00000500000000000000" pitchFamily="2" charset="0"/>
                <a:ea typeface="Poppins Bold"/>
                <a:cs typeface="Poppins" panose="00000500000000000000" pitchFamily="2" charset="0"/>
                <a:sym typeface="Poppins Bold"/>
              </a:rPr>
              <a:t>R&amp;D Testing</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Quality Audit</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Case</a:t>
            </a:r>
          </a:p>
        </p:txBody>
      </p:sp>
      <p:sp>
        <p:nvSpPr>
          <p:cNvPr id="14" name="Rectangle: Rounded Corners 13">
            <a:extLst>
              <a:ext uri="{FF2B5EF4-FFF2-40B4-BE49-F238E27FC236}">
                <a16:creationId xmlns:a16="http://schemas.microsoft.com/office/drawing/2014/main" id="{D7678406-0137-589B-3B3D-D8B8D7B16536}"/>
              </a:ext>
            </a:extLst>
          </p:cNvPr>
          <p:cNvSpPr/>
          <p:nvPr/>
        </p:nvSpPr>
        <p:spPr>
          <a:xfrm>
            <a:off x="1180679" y="1743538"/>
            <a:ext cx="5269973" cy="485239"/>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C6726"/>
                </a:solidFill>
                <a:effectLst/>
                <a:uLnTx/>
                <a:uFillTx/>
                <a:latin typeface="Poppins Bold"/>
                <a:ea typeface="Poppins Bold"/>
                <a:cs typeface="Poppins Bold"/>
                <a:sym typeface="Poppins Bold"/>
              </a:rPr>
              <a:t>Project Initiation </a:t>
            </a:r>
          </a:p>
          <a:p>
            <a:pPr marL="0" marR="0" lvl="0" indent="0" algn="ctr" defTabSz="1219168" rtl="0" eaLnBrk="1" fontAlgn="auto" latinLnBrk="0" hangingPunct="1">
              <a:lnSpc>
                <a:spcPct val="100000"/>
              </a:lnSpc>
              <a:spcBef>
                <a:spcPts val="0"/>
              </a:spcBef>
              <a:spcAft>
                <a:spcPts val="0"/>
              </a:spcAft>
              <a:buClrTx/>
              <a:buSzTx/>
              <a:buFontTx/>
              <a:buNone/>
              <a:tabLst/>
              <a:defRPr/>
            </a:pPr>
            <a:r>
              <a:rPr lang="en-US" sz="1100" b="1" i="1">
                <a:solidFill>
                  <a:srgbClr val="E1F0EC"/>
                </a:solidFill>
                <a:latin typeface="Poppins Bold"/>
                <a:cs typeface="Poppins Bold"/>
                <a:sym typeface="Poppins Bold"/>
              </a:rPr>
              <a:t>b</a:t>
            </a:r>
            <a:r>
              <a:rPr kumimoji="0" lang="en-US" sz="1100" b="1" i="1" u="none" strike="noStrike" kern="1200" cap="none" spc="0" normalizeH="0" baseline="0" noProof="0">
                <a:ln>
                  <a:noFill/>
                </a:ln>
                <a:solidFill>
                  <a:srgbClr val="E1F0EC"/>
                </a:solidFill>
                <a:effectLst/>
                <a:uLnTx/>
                <a:uFillTx/>
                <a:latin typeface="Poppins Bold"/>
                <a:cs typeface="Poppins Bold"/>
                <a:sym typeface="Poppins Bold"/>
              </a:rPr>
              <a:t>y </a:t>
            </a:r>
            <a:r>
              <a:rPr kumimoji="0" lang="en-US" sz="1100" b="1" i="1" u="sng" strike="noStrike" kern="1200" cap="none" spc="0" normalizeH="0" baseline="0" noProof="0">
                <a:ln>
                  <a:noFill/>
                </a:ln>
                <a:solidFill>
                  <a:srgbClr val="E1F0EC"/>
                </a:solidFill>
                <a:effectLst/>
                <a:uLnTx/>
                <a:uFillTx/>
                <a:latin typeface="Poppins Bold"/>
                <a:cs typeface="Poppins Bold"/>
                <a:sym typeface="Poppins Bold"/>
              </a:rPr>
              <a:t>OnePlan</a:t>
            </a:r>
            <a:r>
              <a:rPr kumimoji="0" lang="en-US" sz="1100" b="1" i="1" u="none" strike="noStrike" kern="1200" cap="none" spc="0" normalizeH="0" baseline="0" noProof="0">
                <a:ln>
                  <a:noFill/>
                </a:ln>
                <a:solidFill>
                  <a:srgbClr val="E1F0EC"/>
                </a:solidFill>
                <a:effectLst/>
                <a:uLnTx/>
                <a:uFillTx/>
                <a:latin typeface="Poppins Bold"/>
                <a:cs typeface="Poppins Bold"/>
                <a:sym typeface="Poppins Bold"/>
              </a:rPr>
              <a:t> </a:t>
            </a:r>
            <a:endParaRPr kumimoji="0" lang="en-US" sz="1100" b="0" i="0" u="sng" strike="noStrike" kern="1200" cap="none" spc="0" normalizeH="0" baseline="0" noProof="0">
              <a:ln>
                <a:noFill/>
              </a:ln>
              <a:solidFill>
                <a:srgbClr val="5E5E5E"/>
              </a:solidFill>
              <a:effectLst/>
              <a:uLnTx/>
              <a:uFillTx/>
              <a:latin typeface="Helvetica Neue"/>
            </a:endParaRPr>
          </a:p>
        </p:txBody>
      </p:sp>
      <p:sp>
        <p:nvSpPr>
          <p:cNvPr id="28" name="Freeform: Shape 27">
            <a:extLst>
              <a:ext uri="{FF2B5EF4-FFF2-40B4-BE49-F238E27FC236}">
                <a16:creationId xmlns:a16="http://schemas.microsoft.com/office/drawing/2014/main" id="{7CE6E14C-7E83-90CE-4F23-74DE713A36AB}"/>
              </a:ext>
            </a:extLst>
          </p:cNvPr>
          <p:cNvSpPr/>
          <p:nvPr/>
        </p:nvSpPr>
        <p:spPr>
          <a:xfrm>
            <a:off x="1178611" y="1747606"/>
            <a:ext cx="462030" cy="481432"/>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11" name="Rectangle: Rounded Corners 10">
            <a:extLst>
              <a:ext uri="{FF2B5EF4-FFF2-40B4-BE49-F238E27FC236}">
                <a16:creationId xmlns:a16="http://schemas.microsoft.com/office/drawing/2014/main" id="{6F198263-824E-7411-896B-BB402A1FED43}"/>
              </a:ext>
            </a:extLst>
          </p:cNvPr>
          <p:cNvSpPr/>
          <p:nvPr/>
        </p:nvSpPr>
        <p:spPr>
          <a:xfrm>
            <a:off x="7745463" y="4479035"/>
            <a:ext cx="1379085"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104226"/>
                </a:solidFill>
                <a:latin typeface="Poppins Bold"/>
                <a:ea typeface="Poppins Bold"/>
                <a:cs typeface="Poppins Bold"/>
                <a:sym typeface="Poppins Bold"/>
              </a:rPr>
              <a:t>GF-0056</a:t>
            </a:r>
          </a:p>
        </p:txBody>
      </p:sp>
      <p:sp>
        <p:nvSpPr>
          <p:cNvPr id="12" name="Rectangle: Rounded Corners 11">
            <a:extLst>
              <a:ext uri="{FF2B5EF4-FFF2-40B4-BE49-F238E27FC236}">
                <a16:creationId xmlns:a16="http://schemas.microsoft.com/office/drawing/2014/main" id="{40DDA60C-CA9F-D59E-7DF9-8F83FEC309D6}"/>
              </a:ext>
            </a:extLst>
          </p:cNvPr>
          <p:cNvSpPr/>
          <p:nvPr/>
        </p:nvSpPr>
        <p:spPr>
          <a:xfrm>
            <a:off x="5731015" y="447903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Supplier Selection</a:t>
            </a:r>
          </a:p>
        </p:txBody>
      </p:sp>
      <p:sp>
        <p:nvSpPr>
          <p:cNvPr id="13" name="Rectangle: Rounded Corners 12">
            <a:extLst>
              <a:ext uri="{FF2B5EF4-FFF2-40B4-BE49-F238E27FC236}">
                <a16:creationId xmlns:a16="http://schemas.microsoft.com/office/drawing/2014/main" id="{8C0DEAB1-BD40-2956-9959-10072EAED015}"/>
              </a:ext>
            </a:extLst>
          </p:cNvPr>
          <p:cNvSpPr/>
          <p:nvPr/>
        </p:nvSpPr>
        <p:spPr>
          <a:xfrm>
            <a:off x="9492781" y="4482782"/>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104226"/>
                </a:solidFill>
                <a:latin typeface="Poppins Bold"/>
                <a:ea typeface="Poppins Bold"/>
                <a:cs typeface="Poppins Bold"/>
                <a:sym typeface="Poppins Bold"/>
              </a:rPr>
              <a:t>Launch PO</a:t>
            </a:r>
            <a:endPar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endParaRPr>
          </a:p>
        </p:txBody>
      </p:sp>
      <p:sp>
        <p:nvSpPr>
          <p:cNvPr id="15" name="Rectangle: Rounded Corners 14">
            <a:extLst>
              <a:ext uri="{FF2B5EF4-FFF2-40B4-BE49-F238E27FC236}">
                <a16:creationId xmlns:a16="http://schemas.microsoft.com/office/drawing/2014/main" id="{453A3C6D-D1A9-CAE9-D49F-3A36FF0918E0}"/>
              </a:ext>
            </a:extLst>
          </p:cNvPr>
          <p:cNvSpPr/>
          <p:nvPr/>
        </p:nvSpPr>
        <p:spPr>
          <a:xfrm>
            <a:off x="1850276" y="449614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GF-0011 Approved</a:t>
            </a:r>
          </a:p>
        </p:txBody>
      </p:sp>
      <p:sp>
        <p:nvSpPr>
          <p:cNvPr id="16" name="Rectangle: Rounded Corners 15">
            <a:extLst>
              <a:ext uri="{FF2B5EF4-FFF2-40B4-BE49-F238E27FC236}">
                <a16:creationId xmlns:a16="http://schemas.microsoft.com/office/drawing/2014/main" id="{2D6E1C84-7B1E-1154-4320-705BF061ECC7}"/>
              </a:ext>
            </a:extLst>
          </p:cNvPr>
          <p:cNvSpPr/>
          <p:nvPr/>
        </p:nvSpPr>
        <p:spPr>
          <a:xfrm>
            <a:off x="3818388" y="449614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Supplier Screen</a:t>
            </a:r>
          </a:p>
        </p:txBody>
      </p:sp>
      <p:sp>
        <p:nvSpPr>
          <p:cNvPr id="20" name="Freeform: Shape 19">
            <a:extLst>
              <a:ext uri="{FF2B5EF4-FFF2-40B4-BE49-F238E27FC236}">
                <a16:creationId xmlns:a16="http://schemas.microsoft.com/office/drawing/2014/main" id="{0B0B02D0-0AE4-5FCA-1F69-44DEA672D07E}"/>
              </a:ext>
            </a:extLst>
          </p:cNvPr>
          <p:cNvSpPr/>
          <p:nvPr/>
        </p:nvSpPr>
        <p:spPr>
          <a:xfrm>
            <a:off x="6473628" y="1735598"/>
            <a:ext cx="512757" cy="470907"/>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25" name="Rectangle: Rounded Corners 24">
            <a:extLst>
              <a:ext uri="{FF2B5EF4-FFF2-40B4-BE49-F238E27FC236}">
                <a16:creationId xmlns:a16="http://schemas.microsoft.com/office/drawing/2014/main" id="{B677C5DD-42DB-0504-E39C-00AF65A69728}"/>
              </a:ext>
            </a:extLst>
          </p:cNvPr>
          <p:cNvSpPr/>
          <p:nvPr/>
        </p:nvSpPr>
        <p:spPr>
          <a:xfrm>
            <a:off x="2750169" y="1063419"/>
            <a:ext cx="9150230" cy="655499"/>
          </a:xfrm>
          <a:prstGeom prst="roundRect">
            <a:avLst/>
          </a:prstGeom>
          <a:solidFill>
            <a:srgbClr val="A7D4B9"/>
          </a:solid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EC6726"/>
                </a:solidFill>
                <a:effectLst/>
                <a:uLnTx/>
                <a:uFillTx/>
                <a:latin typeface="Poppins Bold"/>
                <a:ea typeface="Poppins Bold"/>
                <a:cs typeface="Poppins Bold"/>
                <a:sym typeface="Poppins Bold"/>
              </a:rPr>
              <a:t>NPI Committee Meeting</a:t>
            </a:r>
          </a:p>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104226"/>
                </a:solidFill>
                <a:effectLst/>
                <a:uLnTx/>
                <a:uFillTx/>
                <a:latin typeface="Poppins Bold"/>
                <a:cs typeface="Poppins Bold"/>
                <a:sym typeface="Poppins Bold"/>
              </a:rPr>
              <a:t>Monthly Meeting – Every 3</a:t>
            </a:r>
            <a:r>
              <a:rPr kumimoji="0" lang="en-US" sz="1600" b="1" i="1" u="none" strike="noStrike" kern="1200" cap="none" spc="0" normalizeH="0" baseline="30000" noProof="0">
                <a:ln>
                  <a:noFill/>
                </a:ln>
                <a:solidFill>
                  <a:srgbClr val="104226"/>
                </a:solidFill>
                <a:effectLst/>
                <a:uLnTx/>
                <a:uFillTx/>
                <a:latin typeface="Poppins Bold"/>
                <a:cs typeface="Poppins Bold"/>
                <a:sym typeface="Poppins Bold"/>
              </a:rPr>
              <a:t>rd</a:t>
            </a:r>
            <a:r>
              <a:rPr kumimoji="0" lang="en-US" sz="1600" b="1" i="1" u="none" strike="noStrike" kern="1200" cap="none" spc="0" normalizeH="0" baseline="0" noProof="0">
                <a:ln>
                  <a:noFill/>
                </a:ln>
                <a:solidFill>
                  <a:srgbClr val="104226"/>
                </a:solidFill>
                <a:effectLst/>
                <a:uLnTx/>
                <a:uFillTx/>
                <a:latin typeface="Poppins Bold"/>
                <a:cs typeface="Poppins Bold"/>
                <a:sym typeface="Poppins Bold"/>
              </a:rPr>
              <a:t> Week </a:t>
            </a:r>
            <a:endParaRPr kumimoji="0" lang="en-US" sz="1600" b="0" i="0" u="sng" strike="noStrike" kern="1200" cap="none" spc="0" normalizeH="0" baseline="0" noProof="0">
              <a:ln>
                <a:noFill/>
              </a:ln>
              <a:solidFill>
                <a:srgbClr val="104226"/>
              </a:solidFill>
              <a:effectLst/>
              <a:uLnTx/>
              <a:uFillTx/>
              <a:latin typeface="Helvetica Neue"/>
            </a:endParaRPr>
          </a:p>
        </p:txBody>
      </p:sp>
      <p:sp>
        <p:nvSpPr>
          <p:cNvPr id="26" name="Freeform: Shape 25">
            <a:extLst>
              <a:ext uri="{FF2B5EF4-FFF2-40B4-BE49-F238E27FC236}">
                <a16:creationId xmlns:a16="http://schemas.microsoft.com/office/drawing/2014/main" id="{A5FD9C7C-98C5-0C7C-E3C0-ADEFDA09C380}"/>
              </a:ext>
            </a:extLst>
          </p:cNvPr>
          <p:cNvSpPr/>
          <p:nvPr/>
        </p:nvSpPr>
        <p:spPr>
          <a:xfrm>
            <a:off x="10185463" y="1755519"/>
            <a:ext cx="466143" cy="435721"/>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5" name="Rectangle: Rounded Corners 4">
            <a:extLst>
              <a:ext uri="{FF2B5EF4-FFF2-40B4-BE49-F238E27FC236}">
                <a16:creationId xmlns:a16="http://schemas.microsoft.com/office/drawing/2014/main" id="{0CC7F1B2-348B-FEBC-1881-E3BB91869C57}"/>
              </a:ext>
            </a:extLst>
          </p:cNvPr>
          <p:cNvSpPr/>
          <p:nvPr/>
        </p:nvSpPr>
        <p:spPr>
          <a:xfrm>
            <a:off x="1281960" y="2221522"/>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1</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10" name="Rectangle: Rounded Corners 9">
            <a:extLst>
              <a:ext uri="{FF2B5EF4-FFF2-40B4-BE49-F238E27FC236}">
                <a16:creationId xmlns:a16="http://schemas.microsoft.com/office/drawing/2014/main" id="{B9258D7D-202D-05F7-3470-0F7F8EBACEA1}"/>
              </a:ext>
            </a:extLst>
          </p:cNvPr>
          <p:cNvSpPr/>
          <p:nvPr/>
        </p:nvSpPr>
        <p:spPr>
          <a:xfrm>
            <a:off x="3134334" y="2219083"/>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2</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17" name="Rectangle: Rounded Corners 16">
            <a:extLst>
              <a:ext uri="{FF2B5EF4-FFF2-40B4-BE49-F238E27FC236}">
                <a16:creationId xmlns:a16="http://schemas.microsoft.com/office/drawing/2014/main" id="{035DFBCD-38DC-AE7E-65E3-C8480E097EED}"/>
              </a:ext>
            </a:extLst>
          </p:cNvPr>
          <p:cNvSpPr/>
          <p:nvPr/>
        </p:nvSpPr>
        <p:spPr>
          <a:xfrm>
            <a:off x="4975053" y="2225346"/>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3</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18" name="Rectangle: Rounded Corners 17">
            <a:extLst>
              <a:ext uri="{FF2B5EF4-FFF2-40B4-BE49-F238E27FC236}">
                <a16:creationId xmlns:a16="http://schemas.microsoft.com/office/drawing/2014/main" id="{B0F00463-114E-DF48-B680-B7338B81DD56}"/>
              </a:ext>
            </a:extLst>
          </p:cNvPr>
          <p:cNvSpPr/>
          <p:nvPr/>
        </p:nvSpPr>
        <p:spPr>
          <a:xfrm>
            <a:off x="6955158" y="2225563"/>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4</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19" name="Rectangle: Rounded Corners 18">
            <a:extLst>
              <a:ext uri="{FF2B5EF4-FFF2-40B4-BE49-F238E27FC236}">
                <a16:creationId xmlns:a16="http://schemas.microsoft.com/office/drawing/2014/main" id="{27FC01C0-4860-5236-4003-56DD8F73CC6E}"/>
              </a:ext>
            </a:extLst>
          </p:cNvPr>
          <p:cNvSpPr/>
          <p:nvPr/>
        </p:nvSpPr>
        <p:spPr>
          <a:xfrm>
            <a:off x="8573639" y="2204753"/>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5</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24" name="Rectangle: Rounded Corners 23">
            <a:extLst>
              <a:ext uri="{FF2B5EF4-FFF2-40B4-BE49-F238E27FC236}">
                <a16:creationId xmlns:a16="http://schemas.microsoft.com/office/drawing/2014/main" id="{17F1A33E-D7C3-1889-E82A-D01DBDA60941}"/>
              </a:ext>
            </a:extLst>
          </p:cNvPr>
          <p:cNvSpPr/>
          <p:nvPr/>
        </p:nvSpPr>
        <p:spPr>
          <a:xfrm>
            <a:off x="10218415" y="2210081"/>
            <a:ext cx="1292025" cy="349032"/>
          </a:xfrm>
          <a:prstGeom prst="round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6</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27" name="Oval 26">
            <a:extLst>
              <a:ext uri="{FF2B5EF4-FFF2-40B4-BE49-F238E27FC236}">
                <a16:creationId xmlns:a16="http://schemas.microsoft.com/office/drawing/2014/main" id="{A31655A3-EBA6-CA98-B1E9-776D7C6B1569}"/>
              </a:ext>
            </a:extLst>
          </p:cNvPr>
          <p:cNvSpPr/>
          <p:nvPr/>
        </p:nvSpPr>
        <p:spPr>
          <a:xfrm>
            <a:off x="4766408" y="2864454"/>
            <a:ext cx="417289" cy="362463"/>
          </a:xfrm>
          <a:prstGeom prst="ellipse">
            <a:avLst/>
          </a:prstGeom>
          <a:solidFill>
            <a:srgbClr val="A7D4B9"/>
          </a:solid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rgbClr val="5E5E5E"/>
              </a:solidFill>
              <a:effectLst/>
              <a:uFillTx/>
              <a:latin typeface="Poppins Bold"/>
              <a:ea typeface="Poppins Bold"/>
              <a:cs typeface="Poppins Bold"/>
              <a:sym typeface="Poppins Bold"/>
            </a:endParaRPr>
          </a:p>
        </p:txBody>
      </p:sp>
      <p:sp>
        <p:nvSpPr>
          <p:cNvPr id="29" name="Oval 28">
            <a:extLst>
              <a:ext uri="{FF2B5EF4-FFF2-40B4-BE49-F238E27FC236}">
                <a16:creationId xmlns:a16="http://schemas.microsoft.com/office/drawing/2014/main" id="{F7C5D570-47E3-F557-6F1B-3800E70D7F97}"/>
              </a:ext>
            </a:extLst>
          </p:cNvPr>
          <p:cNvSpPr/>
          <p:nvPr/>
        </p:nvSpPr>
        <p:spPr>
          <a:xfrm>
            <a:off x="6686915" y="2845673"/>
            <a:ext cx="417289" cy="362463"/>
          </a:xfrm>
          <a:prstGeom prst="ellipse">
            <a:avLst/>
          </a:prstGeom>
          <a:solidFill>
            <a:srgbClr val="A7D4B9"/>
          </a:solid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rgbClr val="5E5E5E"/>
              </a:solidFill>
              <a:effectLst/>
              <a:uFillTx/>
              <a:latin typeface="Poppins Bold"/>
              <a:ea typeface="Poppins Bold"/>
              <a:cs typeface="Poppins Bold"/>
              <a:sym typeface="Poppins Bold"/>
            </a:endParaRPr>
          </a:p>
        </p:txBody>
      </p:sp>
      <p:sp>
        <p:nvSpPr>
          <p:cNvPr id="30" name="Oval 29">
            <a:extLst>
              <a:ext uri="{FF2B5EF4-FFF2-40B4-BE49-F238E27FC236}">
                <a16:creationId xmlns:a16="http://schemas.microsoft.com/office/drawing/2014/main" id="{694C0027-0BA4-19C6-7337-4347C9F87645}"/>
              </a:ext>
            </a:extLst>
          </p:cNvPr>
          <p:cNvSpPr/>
          <p:nvPr/>
        </p:nvSpPr>
        <p:spPr>
          <a:xfrm>
            <a:off x="8707259" y="2888160"/>
            <a:ext cx="417289" cy="362463"/>
          </a:xfrm>
          <a:prstGeom prst="ellipse">
            <a:avLst/>
          </a:prstGeom>
          <a:solidFill>
            <a:srgbClr val="A7D4B9"/>
          </a:solid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rgbClr val="5E5E5E"/>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293882828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6F46D050-C8DB-4BA1-B90D-3EAF72AD2090}"/>
            </a:ext>
          </a:extLst>
        </p:cNvPr>
        <p:cNvGrpSpPr/>
        <p:nvPr/>
      </p:nvGrpSpPr>
      <p:grpSpPr>
        <a:xfrm>
          <a:off x="0" y="0"/>
          <a:ext cx="0" cy="0"/>
          <a:chOff x="0" y="0"/>
          <a:chExt cx="0" cy="0"/>
        </a:xfrm>
      </p:grpSpPr>
      <p:sp>
        <p:nvSpPr>
          <p:cNvPr id="24" name="Product Segments">
            <a:extLst>
              <a:ext uri="{FF2B5EF4-FFF2-40B4-BE49-F238E27FC236}">
                <a16:creationId xmlns:a16="http://schemas.microsoft.com/office/drawing/2014/main" id="{419750EA-6F0C-D88C-554E-FAB2FAFBA113}"/>
              </a:ext>
            </a:extLst>
          </p:cNvPr>
          <p:cNvSpPr txBox="1">
            <a:spLocks/>
          </p:cNvSpPr>
          <p:nvPr/>
        </p:nvSpPr>
        <p:spPr>
          <a:xfrm>
            <a:off x="2128789" y="122845"/>
            <a:ext cx="7934421" cy="6494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19050" tIns="19050" rIns="19050" bIns="19050" anchor="b">
            <a:normAutofit/>
          </a:bodyPr>
          <a:lstStyle>
            <a:lvl1pPr marL="0" marR="0" indent="0" algn="ctr" defTabSz="1219168" rtl="0" latinLnBrk="0">
              <a:lnSpc>
                <a:spcPct val="80000"/>
              </a:lnSpc>
              <a:spcBef>
                <a:spcPts val="0"/>
              </a:spcBef>
              <a:spcAft>
                <a:spcPts val="0"/>
              </a:spcAft>
              <a:buClrTx/>
              <a:buSzTx/>
              <a:buFontTx/>
              <a:buNone/>
              <a:tabLst/>
              <a:defRPr sz="3000" b="0" i="0" u="none" strike="noStrike" cap="none" spc="-111" baseline="0">
                <a:solidFill>
                  <a:srgbClr val="244931"/>
                </a:solidFill>
                <a:uFillTx/>
                <a:latin typeface="Poppins Bold"/>
                <a:ea typeface="Poppins Bold"/>
                <a:cs typeface="Poppins Bold"/>
                <a:sym typeface="Poppins Bold"/>
              </a:defRPr>
            </a:lvl1pPr>
            <a:lvl2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2pPr>
            <a:lvl3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3pPr>
            <a:lvl4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4pPr>
            <a:lvl5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5pPr>
            <a:lvl6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6pPr>
            <a:lvl7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7pPr>
            <a:lvl8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8pPr>
            <a:lvl9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9pPr>
          </a:lstStyle>
          <a:p>
            <a:pPr defTabSz="1194907" hangingPunct="0"/>
            <a:r>
              <a:rPr lang="en-US" sz="2000" b="1" kern="0" spc="-102">
                <a:solidFill>
                  <a:srgbClr val="EC6726"/>
                </a:solidFill>
                <a:latin typeface="Poppins" panose="00000500000000000000" pitchFamily="2" charset="-18"/>
                <a:cs typeface="Poppins" panose="00000500000000000000" pitchFamily="2" charset="-18"/>
              </a:rPr>
              <a:t>What’s Changed &amp; What’s Next</a:t>
            </a:r>
            <a:r>
              <a:rPr lang="en-US" sz="2000" b="1" kern="0" spc="-102">
                <a:solidFill>
                  <a:srgbClr val="104226"/>
                </a:solidFill>
                <a:latin typeface="Poppins" panose="00000500000000000000" pitchFamily="2" charset="-18"/>
                <a:cs typeface="Poppins" panose="00000500000000000000" pitchFamily="2" charset="-18"/>
              </a:rPr>
              <a:t> </a:t>
            </a:r>
          </a:p>
          <a:p>
            <a:pPr defTabSz="1194907" hangingPunct="0"/>
            <a:r>
              <a:rPr lang="en-US" sz="1600" b="1" kern="0" spc="-102">
                <a:solidFill>
                  <a:srgbClr val="104226"/>
                </a:solidFill>
                <a:latin typeface="Poppins" panose="00000500000000000000" pitchFamily="2" charset="-18"/>
                <a:cs typeface="Poppins" panose="00000500000000000000" pitchFamily="2" charset="-18"/>
              </a:rPr>
              <a:t>Stage Review Process</a:t>
            </a:r>
          </a:p>
        </p:txBody>
      </p:sp>
      <p:grpSp>
        <p:nvGrpSpPr>
          <p:cNvPr id="9" name="Group 8">
            <a:extLst>
              <a:ext uri="{FF2B5EF4-FFF2-40B4-BE49-F238E27FC236}">
                <a16:creationId xmlns:a16="http://schemas.microsoft.com/office/drawing/2014/main" id="{7BC44447-C544-0580-A448-5C9970A5F49E}"/>
              </a:ext>
            </a:extLst>
          </p:cNvPr>
          <p:cNvGrpSpPr/>
          <p:nvPr/>
        </p:nvGrpSpPr>
        <p:grpSpPr>
          <a:xfrm>
            <a:off x="425812" y="1339206"/>
            <a:ext cx="3134164" cy="1027402"/>
            <a:chOff x="5384" y="0"/>
            <a:chExt cx="3134164" cy="1027402"/>
          </a:xfrm>
        </p:grpSpPr>
        <p:sp>
          <p:nvSpPr>
            <p:cNvPr id="20" name="Arrow: Chevron 19">
              <a:extLst>
                <a:ext uri="{FF2B5EF4-FFF2-40B4-BE49-F238E27FC236}">
                  <a16:creationId xmlns:a16="http://schemas.microsoft.com/office/drawing/2014/main" id="{0EEB5123-4629-06C1-C4A5-B085D7EBE1C6}"/>
                </a:ext>
              </a:extLst>
            </p:cNvPr>
            <p:cNvSpPr/>
            <p:nvPr/>
          </p:nvSpPr>
          <p:spPr>
            <a:xfrm>
              <a:off x="5384" y="0"/>
              <a:ext cx="3134164" cy="1027402"/>
            </a:xfrm>
            <a:prstGeom prst="chevron">
              <a:avLst/>
            </a:prstGeom>
            <a:solidFill>
              <a:srgbClr val="EC6726"/>
            </a:solidFill>
            <a:ln>
              <a:solidFill>
                <a:srgbClr val="EC672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1" name="Arrow: Chevron 4">
              <a:extLst>
                <a:ext uri="{FF2B5EF4-FFF2-40B4-BE49-F238E27FC236}">
                  <a16:creationId xmlns:a16="http://schemas.microsoft.com/office/drawing/2014/main" id="{92B129A3-4B18-3C75-15DD-D80B57B43279}"/>
                </a:ext>
              </a:extLst>
            </p:cNvPr>
            <p:cNvSpPr txBox="1"/>
            <p:nvPr/>
          </p:nvSpPr>
          <p:spPr>
            <a:xfrm>
              <a:off x="519085" y="0"/>
              <a:ext cx="2106762" cy="10274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Product Request</a:t>
              </a:r>
            </a:p>
          </p:txBody>
        </p:sp>
      </p:grpSp>
      <p:grpSp>
        <p:nvGrpSpPr>
          <p:cNvPr id="10" name="Group 9">
            <a:extLst>
              <a:ext uri="{FF2B5EF4-FFF2-40B4-BE49-F238E27FC236}">
                <a16:creationId xmlns:a16="http://schemas.microsoft.com/office/drawing/2014/main" id="{FCDE024F-C720-5FF8-0867-25E24E119A22}"/>
              </a:ext>
            </a:extLst>
          </p:cNvPr>
          <p:cNvGrpSpPr/>
          <p:nvPr/>
        </p:nvGrpSpPr>
        <p:grpSpPr>
          <a:xfrm>
            <a:off x="3246560" y="1339206"/>
            <a:ext cx="3134164" cy="1027402"/>
            <a:chOff x="2826132" y="0"/>
            <a:chExt cx="3134164" cy="1027402"/>
          </a:xfrm>
        </p:grpSpPr>
        <p:sp>
          <p:nvSpPr>
            <p:cNvPr id="17" name="Arrow: Chevron 16">
              <a:extLst>
                <a:ext uri="{FF2B5EF4-FFF2-40B4-BE49-F238E27FC236}">
                  <a16:creationId xmlns:a16="http://schemas.microsoft.com/office/drawing/2014/main" id="{61970465-6FF3-1D5C-BE8B-A9D517DAAE4E}"/>
                </a:ext>
              </a:extLst>
            </p:cNvPr>
            <p:cNvSpPr/>
            <p:nvPr/>
          </p:nvSpPr>
          <p:spPr>
            <a:xfrm>
              <a:off x="2826132" y="0"/>
              <a:ext cx="3134164" cy="1027402"/>
            </a:xfrm>
            <a:prstGeom prst="chevron">
              <a:avLst/>
            </a:prstGeom>
            <a:solidFill>
              <a:srgbClr val="EC6726"/>
            </a:solidFill>
            <a:ln>
              <a:solidFill>
                <a:srgbClr val="EC672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9" name="Arrow: Chevron 6">
              <a:extLst>
                <a:ext uri="{FF2B5EF4-FFF2-40B4-BE49-F238E27FC236}">
                  <a16:creationId xmlns:a16="http://schemas.microsoft.com/office/drawing/2014/main" id="{90C1FF14-A079-B4C1-7FA0-B84113FDC64C}"/>
                </a:ext>
              </a:extLst>
            </p:cNvPr>
            <p:cNvSpPr txBox="1"/>
            <p:nvPr/>
          </p:nvSpPr>
          <p:spPr>
            <a:xfrm>
              <a:off x="3339833" y="0"/>
              <a:ext cx="2106762" cy="10274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Potential Suppliers</a:t>
              </a:r>
            </a:p>
          </p:txBody>
        </p:sp>
      </p:grpSp>
      <p:grpSp>
        <p:nvGrpSpPr>
          <p:cNvPr id="11" name="Group 10">
            <a:extLst>
              <a:ext uri="{FF2B5EF4-FFF2-40B4-BE49-F238E27FC236}">
                <a16:creationId xmlns:a16="http://schemas.microsoft.com/office/drawing/2014/main" id="{83BCDE41-8E16-F28B-DE2E-2CD94231F520}"/>
              </a:ext>
            </a:extLst>
          </p:cNvPr>
          <p:cNvGrpSpPr/>
          <p:nvPr/>
        </p:nvGrpSpPr>
        <p:grpSpPr>
          <a:xfrm>
            <a:off x="6067308" y="1339206"/>
            <a:ext cx="3134164" cy="1027402"/>
            <a:chOff x="5646880" y="0"/>
            <a:chExt cx="3134164" cy="1027402"/>
          </a:xfrm>
        </p:grpSpPr>
        <p:sp>
          <p:nvSpPr>
            <p:cNvPr id="15" name="Arrow: Chevron 14">
              <a:extLst>
                <a:ext uri="{FF2B5EF4-FFF2-40B4-BE49-F238E27FC236}">
                  <a16:creationId xmlns:a16="http://schemas.microsoft.com/office/drawing/2014/main" id="{4694F540-9D74-2A72-A9FF-733D7FCE0C19}"/>
                </a:ext>
              </a:extLst>
            </p:cNvPr>
            <p:cNvSpPr/>
            <p:nvPr/>
          </p:nvSpPr>
          <p:spPr>
            <a:xfrm>
              <a:off x="5646880" y="0"/>
              <a:ext cx="3134164" cy="1027402"/>
            </a:xfrm>
            <a:prstGeom prst="chevron">
              <a:avLst/>
            </a:prstGeom>
            <a:solidFill>
              <a:srgbClr val="EC6726"/>
            </a:solidFill>
            <a:ln>
              <a:solidFill>
                <a:srgbClr val="EC672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6" name="Arrow: Chevron 8">
              <a:extLst>
                <a:ext uri="{FF2B5EF4-FFF2-40B4-BE49-F238E27FC236}">
                  <a16:creationId xmlns:a16="http://schemas.microsoft.com/office/drawing/2014/main" id="{D0885A24-9145-844D-2DE7-9947CA00C39D}"/>
                </a:ext>
              </a:extLst>
            </p:cNvPr>
            <p:cNvSpPr txBox="1"/>
            <p:nvPr/>
          </p:nvSpPr>
          <p:spPr>
            <a:xfrm>
              <a:off x="6160581" y="0"/>
              <a:ext cx="2106762" cy="10274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Supplier Evaluation</a:t>
              </a:r>
            </a:p>
          </p:txBody>
        </p:sp>
      </p:grpSp>
      <p:grpSp>
        <p:nvGrpSpPr>
          <p:cNvPr id="12" name="Group 11">
            <a:extLst>
              <a:ext uri="{FF2B5EF4-FFF2-40B4-BE49-F238E27FC236}">
                <a16:creationId xmlns:a16="http://schemas.microsoft.com/office/drawing/2014/main" id="{D051905A-DE2A-2771-99B8-3A5F317C80F2}"/>
              </a:ext>
            </a:extLst>
          </p:cNvPr>
          <p:cNvGrpSpPr/>
          <p:nvPr/>
        </p:nvGrpSpPr>
        <p:grpSpPr>
          <a:xfrm>
            <a:off x="8888056" y="1339206"/>
            <a:ext cx="3134164" cy="1027402"/>
            <a:chOff x="8467628" y="0"/>
            <a:chExt cx="3134164" cy="1027402"/>
          </a:xfrm>
        </p:grpSpPr>
        <p:sp>
          <p:nvSpPr>
            <p:cNvPr id="13" name="Arrow: Chevron 12">
              <a:extLst>
                <a:ext uri="{FF2B5EF4-FFF2-40B4-BE49-F238E27FC236}">
                  <a16:creationId xmlns:a16="http://schemas.microsoft.com/office/drawing/2014/main" id="{6ACC55A3-5656-5B9B-CD2C-2873300424CD}"/>
                </a:ext>
              </a:extLst>
            </p:cNvPr>
            <p:cNvSpPr/>
            <p:nvPr/>
          </p:nvSpPr>
          <p:spPr>
            <a:xfrm>
              <a:off x="8467628" y="0"/>
              <a:ext cx="3134164" cy="1027402"/>
            </a:xfrm>
            <a:prstGeom prst="chevron">
              <a:avLst/>
            </a:prstGeom>
            <a:solidFill>
              <a:srgbClr val="EC6726"/>
            </a:solidFill>
            <a:ln>
              <a:solidFill>
                <a:srgbClr val="EC672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4" name="Arrow: Chevron 10">
              <a:extLst>
                <a:ext uri="{FF2B5EF4-FFF2-40B4-BE49-F238E27FC236}">
                  <a16:creationId xmlns:a16="http://schemas.microsoft.com/office/drawing/2014/main" id="{D0C260E0-3CC2-0CBF-EC43-882EC1BA5700}"/>
                </a:ext>
              </a:extLst>
            </p:cNvPr>
            <p:cNvSpPr txBox="1"/>
            <p:nvPr/>
          </p:nvSpPr>
          <p:spPr>
            <a:xfrm>
              <a:off x="8981329" y="0"/>
              <a:ext cx="2106762" cy="10274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a:latin typeface="Poppins" panose="00000500000000000000" pitchFamily="2" charset="0"/>
                  <a:cs typeface="Poppins" panose="00000500000000000000" pitchFamily="2" charset="0"/>
                </a:rPr>
                <a:t>Execution</a:t>
              </a:r>
            </a:p>
          </p:txBody>
        </p:sp>
      </p:grpSp>
      <p:graphicFrame>
        <p:nvGraphicFramePr>
          <p:cNvPr id="22" name="Diagram 21">
            <a:extLst>
              <a:ext uri="{FF2B5EF4-FFF2-40B4-BE49-F238E27FC236}">
                <a16:creationId xmlns:a16="http://schemas.microsoft.com/office/drawing/2014/main" id="{F6F65B55-D75A-4B9A-D733-1F4594A1D394}"/>
              </a:ext>
            </a:extLst>
          </p:cNvPr>
          <p:cNvGraphicFramePr/>
          <p:nvPr>
            <p:extLst>
              <p:ext uri="{D42A27DB-BD31-4B8C-83A1-F6EECF244321}">
                <p14:modId xmlns:p14="http://schemas.microsoft.com/office/powerpoint/2010/main" val="1459763998"/>
              </p:ext>
            </p:extLst>
          </p:nvPr>
        </p:nvGraphicFramePr>
        <p:xfrm>
          <a:off x="425812" y="2784764"/>
          <a:ext cx="11596408" cy="18537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9" name="Rectangle 28">
            <a:extLst>
              <a:ext uri="{FF2B5EF4-FFF2-40B4-BE49-F238E27FC236}">
                <a16:creationId xmlns:a16="http://schemas.microsoft.com/office/drawing/2014/main" id="{EC61462E-3942-AA3A-9759-2A4BEC1CD37A}"/>
              </a:ext>
            </a:extLst>
          </p:cNvPr>
          <p:cNvSpPr/>
          <p:nvPr/>
        </p:nvSpPr>
        <p:spPr>
          <a:xfrm>
            <a:off x="425812" y="4783507"/>
            <a:ext cx="11596408" cy="546303"/>
          </a:xfrm>
          <a:prstGeom prst="rect">
            <a:avLst/>
          </a:prstGeom>
          <a:solidFill>
            <a:srgbClr val="E8EDF1"/>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EC6726"/>
                </a:solidFill>
                <a:effectLst/>
                <a:uFillTx/>
                <a:latin typeface="Poppins Bold"/>
                <a:ea typeface="Poppins Bold"/>
                <a:cs typeface="Poppins Bold"/>
                <a:sym typeface="Poppins Bold"/>
              </a:rPr>
              <a:t>Note:</a:t>
            </a:r>
            <a:endParaRPr lang="en-US" sz="1100">
              <a:solidFill>
                <a:srgbClr val="EC6726"/>
              </a:solidFill>
              <a:latin typeface="Poppins Bold"/>
              <a:ea typeface="Poppins Bold"/>
              <a:cs typeface="Poppins Bold"/>
              <a:sym typeface="Poppins Bold"/>
            </a:endParaRPr>
          </a:p>
          <a:p>
            <a:pPr marL="228600" marR="0" indent="-228600" defTabSz="1219168" rtl="0" fontAlgn="auto" latinLnBrk="0" hangingPunct="0">
              <a:lnSpc>
                <a:spcPct val="100000"/>
              </a:lnSpc>
              <a:spcBef>
                <a:spcPts val="0"/>
              </a:spcBef>
              <a:spcAft>
                <a:spcPts val="0"/>
              </a:spcAft>
              <a:buClrTx/>
              <a:buSzTx/>
              <a:buFontTx/>
              <a:buAutoNum type="arabicPeriod"/>
              <a:tabLst/>
            </a:pPr>
            <a:r>
              <a:rPr kumimoji="0" lang="en-US" sz="1100" b="0" i="0" u="none" strike="noStrike" cap="none" spc="0" normalizeH="0" baseline="0">
                <a:ln>
                  <a:noFill/>
                </a:ln>
                <a:solidFill>
                  <a:srgbClr val="5E5E5E"/>
                </a:solidFill>
                <a:effectLst/>
                <a:highlight>
                  <a:srgbClr val="FFFF00"/>
                </a:highlight>
                <a:uFillTx/>
                <a:latin typeface="Poppins Bold"/>
                <a:ea typeface="Poppins Bold"/>
                <a:cs typeface="Poppins Bold"/>
                <a:sym typeface="Poppins Bold"/>
              </a:rPr>
              <a:t>First Meeting will be held on Jan 22</a:t>
            </a:r>
            <a:r>
              <a:rPr kumimoji="0" lang="en-US" sz="1100" b="0" i="0" u="none" strike="noStrike" cap="none" spc="0" normalizeH="0" baseline="30000">
                <a:ln>
                  <a:noFill/>
                </a:ln>
                <a:solidFill>
                  <a:srgbClr val="5E5E5E"/>
                </a:solidFill>
                <a:effectLst/>
                <a:highlight>
                  <a:srgbClr val="FFFF00"/>
                </a:highlight>
                <a:uFillTx/>
                <a:latin typeface="Poppins Bold"/>
                <a:ea typeface="Poppins Bold"/>
                <a:cs typeface="Poppins Bold"/>
                <a:sym typeface="Poppins Bold"/>
              </a:rPr>
              <a:t>nd</a:t>
            </a:r>
            <a:r>
              <a:rPr kumimoji="0" lang="en-US" sz="1100" b="0" i="0" u="none" strike="noStrike" cap="none" spc="0" normalizeH="0" baseline="0">
                <a:ln>
                  <a:noFill/>
                </a:ln>
                <a:solidFill>
                  <a:srgbClr val="5E5E5E"/>
                </a:solidFill>
                <a:effectLst/>
                <a:highlight>
                  <a:srgbClr val="FFFF00"/>
                </a:highlight>
                <a:uFillTx/>
                <a:latin typeface="Poppins Bold"/>
                <a:ea typeface="Poppins Bold"/>
                <a:cs typeface="Poppins Bold"/>
                <a:sym typeface="Poppins Bold"/>
              </a:rPr>
              <a:t>, 2025, Wednesday.</a:t>
            </a:r>
          </a:p>
          <a:p>
            <a:pPr marL="228600" marR="0" indent="-228600" defTabSz="1219168" rtl="0" fontAlgn="auto" latinLnBrk="0" hangingPunct="0">
              <a:lnSpc>
                <a:spcPct val="100000"/>
              </a:lnSpc>
              <a:spcBef>
                <a:spcPts val="0"/>
              </a:spcBef>
              <a:spcAft>
                <a:spcPts val="0"/>
              </a:spcAft>
              <a:buClrTx/>
              <a:buSzTx/>
              <a:buFontTx/>
              <a:buAutoNum type="arabicPeriod"/>
              <a:tabLst/>
            </a:pPr>
            <a:r>
              <a:rPr lang="en-US" sz="1100">
                <a:solidFill>
                  <a:srgbClr val="5E5E5E"/>
                </a:solidFill>
                <a:highlight>
                  <a:srgbClr val="FFFF00"/>
                </a:highlight>
                <a:latin typeface="Poppins Bold"/>
                <a:ea typeface="Poppins Bold"/>
                <a:cs typeface="Poppins Bold"/>
                <a:sym typeface="Poppins Bold"/>
              </a:rPr>
              <a:t>Please share project names and stage you want to present by Monday 13</a:t>
            </a:r>
            <a:r>
              <a:rPr lang="en-US" sz="1100" baseline="30000">
                <a:solidFill>
                  <a:srgbClr val="5E5E5E"/>
                </a:solidFill>
                <a:highlight>
                  <a:srgbClr val="FFFF00"/>
                </a:highlight>
                <a:latin typeface="Poppins Bold"/>
                <a:ea typeface="Poppins Bold"/>
                <a:cs typeface="Poppins Bold"/>
                <a:sym typeface="Poppins Bold"/>
              </a:rPr>
              <a:t>th</a:t>
            </a:r>
            <a:r>
              <a:rPr lang="en-US" sz="1100">
                <a:solidFill>
                  <a:srgbClr val="5E5E5E"/>
                </a:solidFill>
                <a:highlight>
                  <a:srgbClr val="FFFF00"/>
                </a:highlight>
                <a:latin typeface="Poppins Bold"/>
                <a:ea typeface="Poppins Bold"/>
                <a:cs typeface="Poppins Bold"/>
                <a:sym typeface="Poppins Bold"/>
              </a:rPr>
              <a:t> by sending an email to Gaurav &amp; Claudia</a:t>
            </a:r>
            <a:r>
              <a:rPr lang="en-US" sz="1100">
                <a:solidFill>
                  <a:srgbClr val="5E5E5E"/>
                </a:solidFill>
                <a:latin typeface="Poppins Bold"/>
                <a:ea typeface="Poppins Bold"/>
                <a:cs typeface="Poppins Bold"/>
                <a:sym typeface="Poppins Bold"/>
              </a:rPr>
              <a:t>.</a:t>
            </a:r>
          </a:p>
        </p:txBody>
      </p:sp>
      <p:sp>
        <p:nvSpPr>
          <p:cNvPr id="30" name="Rectangle: Rounded Corners 29">
            <a:extLst>
              <a:ext uri="{FF2B5EF4-FFF2-40B4-BE49-F238E27FC236}">
                <a16:creationId xmlns:a16="http://schemas.microsoft.com/office/drawing/2014/main" id="{F226CE44-1EA3-E8F3-D910-24FC3A79F3DC}"/>
              </a:ext>
            </a:extLst>
          </p:cNvPr>
          <p:cNvSpPr/>
          <p:nvPr/>
        </p:nvSpPr>
        <p:spPr>
          <a:xfrm>
            <a:off x="590077" y="5905935"/>
            <a:ext cx="9112765" cy="246876"/>
          </a:xfrm>
          <a:prstGeom prst="roundRect">
            <a:avLst/>
          </a:prstGeom>
          <a:solidFill>
            <a:srgbClr val="E1F0EC"/>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FF0000"/>
                </a:solidFill>
                <a:effectLst/>
                <a:highlight>
                  <a:srgbClr val="FFFF00"/>
                </a:highlight>
                <a:uFillTx/>
                <a:latin typeface="Poppins Bold"/>
                <a:ea typeface="Poppins Bold"/>
                <a:cs typeface="Poppins Bold"/>
                <a:sym typeface="Poppins Bold"/>
              </a:rPr>
              <a:t>All Sourcing Projects Stage 2 Onwards must be presented to NPI Committee Meeting before moving onto next stage.</a:t>
            </a:r>
          </a:p>
        </p:txBody>
      </p:sp>
      <p:pic>
        <p:nvPicPr>
          <p:cNvPr id="3" name="Graphic 2" descr="Inbox Check with solid fill">
            <a:extLst>
              <a:ext uri="{FF2B5EF4-FFF2-40B4-BE49-F238E27FC236}">
                <a16:creationId xmlns:a16="http://schemas.microsoft.com/office/drawing/2014/main" id="{089E9E43-8746-2046-27AC-9A4F7160713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1713" y="2784764"/>
            <a:ext cx="353291" cy="353291"/>
          </a:xfrm>
          <a:prstGeom prst="rect">
            <a:avLst/>
          </a:prstGeom>
        </p:spPr>
      </p:pic>
      <p:pic>
        <p:nvPicPr>
          <p:cNvPr id="4" name="Graphic 3" descr="Inbox Check with solid fill">
            <a:extLst>
              <a:ext uri="{FF2B5EF4-FFF2-40B4-BE49-F238E27FC236}">
                <a16:creationId xmlns:a16="http://schemas.microsoft.com/office/drawing/2014/main" id="{69C9A38F-E51A-3A90-4A77-242BB24A2A6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49834" y="2784764"/>
            <a:ext cx="353291" cy="353291"/>
          </a:xfrm>
          <a:prstGeom prst="rect">
            <a:avLst/>
          </a:prstGeom>
        </p:spPr>
      </p:pic>
      <p:pic>
        <p:nvPicPr>
          <p:cNvPr id="5" name="Graphic 4" descr="Inbox Check with solid fill">
            <a:extLst>
              <a:ext uri="{FF2B5EF4-FFF2-40B4-BE49-F238E27FC236}">
                <a16:creationId xmlns:a16="http://schemas.microsoft.com/office/drawing/2014/main" id="{E5099545-193C-660F-CEAB-6B4267D888C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46867" y="2784764"/>
            <a:ext cx="353291" cy="353291"/>
          </a:xfrm>
          <a:prstGeom prst="rect">
            <a:avLst/>
          </a:prstGeom>
        </p:spPr>
      </p:pic>
      <p:sp>
        <p:nvSpPr>
          <p:cNvPr id="8" name="Rectangle: Rounded Corners 7">
            <a:extLst>
              <a:ext uri="{FF2B5EF4-FFF2-40B4-BE49-F238E27FC236}">
                <a16:creationId xmlns:a16="http://schemas.microsoft.com/office/drawing/2014/main" id="{290959FD-E49E-701F-5300-3DA071B765A8}"/>
              </a:ext>
            </a:extLst>
          </p:cNvPr>
          <p:cNvSpPr/>
          <p:nvPr/>
        </p:nvSpPr>
        <p:spPr>
          <a:xfrm>
            <a:off x="1388830" y="960525"/>
            <a:ext cx="1292025" cy="349032"/>
          </a:xfrm>
          <a:prstGeom prst="roundRect">
            <a:avLst/>
          </a:prstGeom>
          <a:solidFill>
            <a:srgbClr val="E1F0EC"/>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1</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18" name="Rectangle: Rounded Corners 17">
            <a:extLst>
              <a:ext uri="{FF2B5EF4-FFF2-40B4-BE49-F238E27FC236}">
                <a16:creationId xmlns:a16="http://schemas.microsoft.com/office/drawing/2014/main" id="{DE5EB06F-2EE9-5B35-689C-628C1EB2B9A9}"/>
              </a:ext>
            </a:extLst>
          </p:cNvPr>
          <p:cNvSpPr/>
          <p:nvPr/>
        </p:nvSpPr>
        <p:spPr>
          <a:xfrm>
            <a:off x="4166667" y="962539"/>
            <a:ext cx="1292025" cy="349032"/>
          </a:xfrm>
          <a:prstGeom prst="roundRect">
            <a:avLst/>
          </a:prstGeom>
          <a:solidFill>
            <a:srgbClr val="E1F0EC"/>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2</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23" name="Rectangle: Rounded Corners 22">
            <a:extLst>
              <a:ext uri="{FF2B5EF4-FFF2-40B4-BE49-F238E27FC236}">
                <a16:creationId xmlns:a16="http://schemas.microsoft.com/office/drawing/2014/main" id="{228EE550-4AE7-0BBC-9618-4850BB137A05}"/>
              </a:ext>
            </a:extLst>
          </p:cNvPr>
          <p:cNvSpPr/>
          <p:nvPr/>
        </p:nvSpPr>
        <p:spPr>
          <a:xfrm>
            <a:off x="6861378" y="962540"/>
            <a:ext cx="1292025" cy="349032"/>
          </a:xfrm>
          <a:prstGeom prst="roundRect">
            <a:avLst/>
          </a:prstGeom>
          <a:solidFill>
            <a:srgbClr val="E1F0EC"/>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3</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sp>
        <p:nvSpPr>
          <p:cNvPr id="25" name="Rectangle: Rounded Corners 24">
            <a:extLst>
              <a:ext uri="{FF2B5EF4-FFF2-40B4-BE49-F238E27FC236}">
                <a16:creationId xmlns:a16="http://schemas.microsoft.com/office/drawing/2014/main" id="{9B810979-09CA-A4CB-65EB-FE19B580F01D}"/>
              </a:ext>
            </a:extLst>
          </p:cNvPr>
          <p:cNvSpPr/>
          <p:nvPr/>
        </p:nvSpPr>
        <p:spPr>
          <a:xfrm>
            <a:off x="9622515" y="962539"/>
            <a:ext cx="1292025" cy="349032"/>
          </a:xfrm>
          <a:prstGeom prst="roundRect">
            <a:avLst/>
          </a:prstGeom>
          <a:solidFill>
            <a:srgbClr val="E1F0EC"/>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b="0" i="0" u="none" strike="noStrike" cap="none" spc="0" normalizeH="0" baseline="0">
                <a:ln>
                  <a:noFill/>
                </a:ln>
                <a:solidFill>
                  <a:srgbClr val="FF0000"/>
                </a:solidFill>
                <a:effectLst/>
                <a:uFillTx/>
                <a:latin typeface="Poppins Bold"/>
                <a:ea typeface="Poppins Bold"/>
                <a:cs typeface="Poppins Bold"/>
                <a:sym typeface="Poppins Bold"/>
              </a:rPr>
              <a:t>Stage 4</a:t>
            </a:r>
            <a:endParaRPr kumimoji="0" lang="en-US" sz="1200" b="0" i="0" u="none" strike="noStrike" cap="none" spc="0" normalizeH="0" baseline="0">
              <a:ln>
                <a:noFill/>
              </a:ln>
              <a:solidFill>
                <a:srgbClr val="FF0000"/>
              </a:solidFill>
              <a:effectLst/>
              <a:uFillTx/>
              <a:latin typeface="Poppins Bold"/>
              <a:ea typeface="Poppins Bold"/>
              <a:cs typeface="Poppins Bold"/>
              <a:sym typeface="Poppins Bold"/>
            </a:endParaRPr>
          </a:p>
        </p:txBody>
      </p:sp>
      <p:pic>
        <p:nvPicPr>
          <p:cNvPr id="26" name="Graphic 25" descr="Inbox Check with solid fill">
            <a:extLst>
              <a:ext uri="{FF2B5EF4-FFF2-40B4-BE49-F238E27FC236}">
                <a16:creationId xmlns:a16="http://schemas.microsoft.com/office/drawing/2014/main" id="{F4124ED0-0FE0-C842-5798-2D40C922BA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99928" y="2784764"/>
            <a:ext cx="353291" cy="353291"/>
          </a:xfrm>
          <a:prstGeom prst="rect">
            <a:avLst/>
          </a:prstGeom>
        </p:spPr>
      </p:pic>
    </p:spTree>
    <p:extLst>
      <p:ext uri="{BB962C8B-B14F-4D97-AF65-F5344CB8AC3E}">
        <p14:creationId xmlns:p14="http://schemas.microsoft.com/office/powerpoint/2010/main" val="3916734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BB581A12-376B-3F9D-6D83-2CC0380B4492}"/>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CA316C3-C1D9-0CB1-C389-CBFBF3C09412}"/>
              </a:ext>
            </a:extLst>
          </p:cNvPr>
          <p:cNvGraphicFramePr/>
          <p:nvPr>
            <p:extLst>
              <p:ext uri="{D42A27DB-BD31-4B8C-83A1-F6EECF244321}">
                <p14:modId xmlns:p14="http://schemas.microsoft.com/office/powerpoint/2010/main" val="704351657"/>
              </p:ext>
            </p:extLst>
          </p:nvPr>
        </p:nvGraphicFramePr>
        <p:xfrm>
          <a:off x="238118" y="936814"/>
          <a:ext cx="11607177" cy="9196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8" name="Table 17">
            <a:extLst>
              <a:ext uri="{FF2B5EF4-FFF2-40B4-BE49-F238E27FC236}">
                <a16:creationId xmlns:a16="http://schemas.microsoft.com/office/drawing/2014/main" id="{857CCC11-3687-6B5E-C4CF-0F53250E9B1F}"/>
              </a:ext>
            </a:extLst>
          </p:cNvPr>
          <p:cNvGraphicFramePr>
            <a:graphicFrameLocks noGrp="1"/>
          </p:cNvGraphicFramePr>
          <p:nvPr>
            <p:extLst>
              <p:ext uri="{D42A27DB-BD31-4B8C-83A1-F6EECF244321}">
                <p14:modId xmlns:p14="http://schemas.microsoft.com/office/powerpoint/2010/main" val="830259110"/>
              </p:ext>
            </p:extLst>
          </p:nvPr>
        </p:nvGraphicFramePr>
        <p:xfrm>
          <a:off x="149974" y="1920903"/>
          <a:ext cx="11658903" cy="4852281"/>
        </p:xfrm>
        <a:graphic>
          <a:graphicData uri="http://schemas.openxmlformats.org/drawingml/2006/table">
            <a:tbl>
              <a:tblPr firstRow="1" bandRow="1">
                <a:tableStyleId>{8EC20E35-A176-4012-BC5E-935CFFF8708E}</a:tableStyleId>
              </a:tblPr>
              <a:tblGrid>
                <a:gridCol w="2005114">
                  <a:extLst>
                    <a:ext uri="{9D8B030D-6E8A-4147-A177-3AD203B41FA5}">
                      <a16:colId xmlns:a16="http://schemas.microsoft.com/office/drawing/2014/main" val="1076545339"/>
                    </a:ext>
                  </a:extLst>
                </a:gridCol>
                <a:gridCol w="3765422">
                  <a:extLst>
                    <a:ext uri="{9D8B030D-6E8A-4147-A177-3AD203B41FA5}">
                      <a16:colId xmlns:a16="http://schemas.microsoft.com/office/drawing/2014/main" val="2659475903"/>
                    </a:ext>
                  </a:extLst>
                </a:gridCol>
                <a:gridCol w="2951656">
                  <a:extLst>
                    <a:ext uri="{9D8B030D-6E8A-4147-A177-3AD203B41FA5}">
                      <a16:colId xmlns:a16="http://schemas.microsoft.com/office/drawing/2014/main" val="2688762565"/>
                    </a:ext>
                  </a:extLst>
                </a:gridCol>
                <a:gridCol w="2936711">
                  <a:extLst>
                    <a:ext uri="{9D8B030D-6E8A-4147-A177-3AD203B41FA5}">
                      <a16:colId xmlns:a16="http://schemas.microsoft.com/office/drawing/2014/main" val="4180310111"/>
                    </a:ext>
                  </a:extLst>
                </a:gridCol>
              </a:tblGrid>
              <a:tr h="280281">
                <a:tc>
                  <a:txBody>
                    <a:bodyPr/>
                    <a:lstStyle/>
                    <a:p>
                      <a:r>
                        <a:rPr lang="en-US" sz="1100">
                          <a:highlight>
                            <a:srgbClr val="104226"/>
                          </a:highlight>
                          <a:latin typeface="Poppins" panose="00000500000000000000" pitchFamily="2" charset="0"/>
                          <a:cs typeface="Poppins" panose="00000500000000000000" pitchFamily="2" charset="0"/>
                        </a:rPr>
                        <a:t>Stage</a:t>
                      </a:r>
                    </a:p>
                  </a:txBody>
                  <a:tcPr>
                    <a:lnR w="12700" cap="flat" cmpd="sng" algn="ctr">
                      <a:solidFill>
                        <a:schemeClr val="tx1"/>
                      </a:solidFill>
                      <a:prstDash val="solid"/>
                      <a:round/>
                      <a:headEnd type="none" w="med" len="med"/>
                      <a:tailEnd type="none" w="med" len="med"/>
                    </a:lnR>
                    <a:solidFill>
                      <a:srgbClr val="104226"/>
                    </a:solidFill>
                  </a:tcPr>
                </a:tc>
                <a:tc>
                  <a:txBody>
                    <a:bodyPr/>
                    <a:lstStyle/>
                    <a:p>
                      <a:r>
                        <a:rPr lang="en-US" sz="1100" b="1" i="0" u="none" strike="noStrike" cap="none" spc="0" baseline="0">
                          <a:solidFill>
                            <a:schemeClr val="lt1"/>
                          </a:solidFill>
                          <a:highlight>
                            <a:srgbClr val="104226"/>
                          </a:highlight>
                          <a:uFillTx/>
                          <a:latin typeface="Poppins" panose="00000500000000000000" pitchFamily="2" charset="0"/>
                          <a:ea typeface="+mn-ea"/>
                          <a:cs typeface="Poppins" panose="00000500000000000000" pitchFamily="2" charset="0"/>
                          <a:sym typeface="Helvetica Neue"/>
                        </a:rPr>
                        <a:t>What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104226"/>
                    </a:solidFill>
                  </a:tcPr>
                </a:tc>
                <a:tc>
                  <a:txBody>
                    <a:bodyPr/>
                    <a:lstStyle/>
                    <a:p>
                      <a:r>
                        <a:rPr lang="en-US" sz="1100" b="1" i="0" u="none" strike="noStrike" cap="none" spc="0" baseline="0">
                          <a:solidFill>
                            <a:schemeClr val="lt1"/>
                          </a:solidFill>
                          <a:highlight>
                            <a:srgbClr val="104226"/>
                          </a:highlight>
                          <a:uFillTx/>
                          <a:latin typeface="Poppins" panose="00000500000000000000" pitchFamily="2" charset="0"/>
                          <a:ea typeface="+mn-ea"/>
                          <a:cs typeface="Poppins" panose="00000500000000000000" pitchFamily="2" charset="0"/>
                          <a:sym typeface="Helvetica Neue"/>
                        </a:rPr>
                        <a:t>How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104226"/>
                    </a:solidFill>
                  </a:tcPr>
                </a:tc>
                <a:tc>
                  <a:txBody>
                    <a:bodyPr/>
                    <a:lstStyle/>
                    <a:p>
                      <a:r>
                        <a:rPr lang="en-US" sz="1100" b="1" i="0" u="none" strike="noStrike" cap="none" spc="0" baseline="0">
                          <a:solidFill>
                            <a:schemeClr val="lt1"/>
                          </a:solidFill>
                          <a:highlight>
                            <a:srgbClr val="104226"/>
                          </a:highlight>
                          <a:uFillTx/>
                          <a:latin typeface="Poppins" panose="00000500000000000000" pitchFamily="2" charset="0"/>
                          <a:ea typeface="+mn-ea"/>
                          <a:cs typeface="Poppins" panose="00000500000000000000" pitchFamily="2" charset="0"/>
                          <a:sym typeface="Helvetica Neue"/>
                        </a:rPr>
                        <a:t>Who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104226"/>
                    </a:solidFill>
                  </a:tcPr>
                </a:tc>
                <a:extLst>
                  <a:ext uri="{0D108BD9-81ED-4DB2-BD59-A6C34878D82A}">
                    <a16:rowId xmlns:a16="http://schemas.microsoft.com/office/drawing/2014/main" val="2816879504"/>
                  </a:ext>
                </a:extLst>
              </a:tr>
              <a:tr h="1123404">
                <a:tc>
                  <a:txBody>
                    <a:bodyPr/>
                    <a:lstStyle/>
                    <a:p>
                      <a:endParaRPr lang="en-US" sz="1200" b="0">
                        <a:solidFill>
                          <a:srgbClr val="104226"/>
                        </a:solidFill>
                        <a:latin typeface="Poppins" panose="00000500000000000000" pitchFamily="2" charset="0"/>
                        <a:cs typeface="Poppins" panose="00000500000000000000" pitchFamily="2" charset="0"/>
                      </a:endParaRPr>
                    </a:p>
                    <a:p>
                      <a:r>
                        <a:rPr lang="en-US" sz="1200" b="0">
                          <a:solidFill>
                            <a:srgbClr val="104226"/>
                          </a:solidFill>
                          <a:latin typeface="Poppins" panose="00000500000000000000" pitchFamily="2" charset="0"/>
                          <a:cs typeface="Poppins" panose="00000500000000000000" pitchFamily="2" charset="0"/>
                        </a:rPr>
                        <a:t>Stage 1</a:t>
                      </a:r>
                    </a:p>
                    <a:p>
                      <a:r>
                        <a:rPr lang="en-US" sz="1200" b="1">
                          <a:solidFill>
                            <a:srgbClr val="104226"/>
                          </a:solidFill>
                          <a:latin typeface="Poppins" panose="00000500000000000000" pitchFamily="2" charset="0"/>
                          <a:cs typeface="Poppins" panose="00000500000000000000" pitchFamily="2" charset="0"/>
                        </a:rPr>
                        <a:t>Product</a:t>
                      </a:r>
                      <a:r>
                        <a:rPr lang="en-US" sz="1200" b="0">
                          <a:solidFill>
                            <a:srgbClr val="104226"/>
                          </a:solidFill>
                          <a:latin typeface="Poppins" panose="00000500000000000000" pitchFamily="2" charset="0"/>
                          <a:cs typeface="Poppins" panose="00000500000000000000" pitchFamily="2" charset="0"/>
                        </a:rPr>
                        <a:t> </a:t>
                      </a:r>
                      <a:r>
                        <a:rPr lang="en-US" sz="1200" b="1">
                          <a:solidFill>
                            <a:srgbClr val="104226"/>
                          </a:solidFill>
                          <a:latin typeface="Poppins" panose="00000500000000000000" pitchFamily="2" charset="0"/>
                          <a:cs typeface="Poppins" panose="00000500000000000000" pitchFamily="2" charset="0"/>
                        </a:rPr>
                        <a:t>Request</a:t>
                      </a:r>
                    </a:p>
                  </a:txBody>
                  <a:tcPr>
                    <a:lnR w="12700" cap="flat" cmpd="sng" algn="ctr">
                      <a:solidFill>
                        <a:schemeClr val="tx1"/>
                      </a:solidFill>
                      <a:prstDash val="solid"/>
                      <a:round/>
                      <a:headEnd type="none" w="med" len="med"/>
                      <a:tailEnd type="none" w="med" len="med"/>
                    </a:lnR>
                  </a:tcPr>
                </a:tc>
                <a:tc>
                  <a:txBody>
                    <a:bodyPr/>
                    <a:lstStyle/>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Business Case (Target Revenue &amp; GM)</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QARA Risk Assessment</a:t>
                      </a:r>
                    </a:p>
                    <a:p>
                      <a:pPr algn="l"/>
                      <a:endParaRPr lang="en-US" sz="1200" b="0">
                        <a:solidFill>
                          <a:srgbClr val="104226"/>
                        </a:solidFill>
                        <a:latin typeface="Poppins" panose="00000500000000000000" pitchFamily="2" charset="0"/>
                        <a:cs typeface="Poppins" panose="00000500000000000000" pitchFamily="2" charset="0"/>
                      </a:endParaRPr>
                    </a:p>
                    <a:p>
                      <a:pPr algn="l"/>
                      <a:r>
                        <a:rPr lang="en-US" sz="1200" b="1">
                          <a:solidFill>
                            <a:srgbClr val="104226"/>
                          </a:solidFill>
                          <a:latin typeface="Poppins" panose="00000500000000000000" pitchFamily="2" charset="0"/>
                          <a:cs typeface="Poppins" panose="00000500000000000000" pitchFamily="2" charset="0"/>
                        </a:rPr>
                        <a:t>Outcome</a:t>
                      </a:r>
                      <a:r>
                        <a:rPr lang="en-US" sz="1200" b="0">
                          <a:solidFill>
                            <a:srgbClr val="104226"/>
                          </a:solidFill>
                          <a:latin typeface="Poppins" panose="00000500000000000000" pitchFamily="2" charset="0"/>
                          <a:cs typeface="Poppins" panose="00000500000000000000" pitchFamily="2" charset="0"/>
                        </a:rPr>
                        <a:t>: (Provided by Sourcing Director)</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Sourcing Sponsor Assignment</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OnePlan Project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0">
                          <a:solidFill>
                            <a:srgbClr val="104226"/>
                          </a:solidFill>
                          <a:latin typeface="Poppins" panose="00000500000000000000" pitchFamily="2" charset="0"/>
                          <a:cs typeface="Poppins" panose="00000500000000000000" pitchFamily="2" charset="0"/>
                        </a:rPr>
                        <a:t>1. Email (1 page Business case)</a:t>
                      </a:r>
                    </a:p>
                    <a:p>
                      <a:pPr algn="l"/>
                      <a:r>
                        <a:rPr lang="en-US" sz="1200" b="1">
                          <a:solidFill>
                            <a:srgbClr val="104226"/>
                          </a:solidFill>
                          <a:latin typeface="Poppins" panose="00000500000000000000" pitchFamily="2" charset="0"/>
                          <a:cs typeface="Poppins" panose="00000500000000000000" pitchFamily="2" charset="0"/>
                        </a:rPr>
                        <a:t>To:</a:t>
                      </a:r>
                      <a:r>
                        <a:rPr lang="en-US" sz="1200" b="0">
                          <a:solidFill>
                            <a:srgbClr val="104226"/>
                          </a:solidFill>
                          <a:latin typeface="Poppins" panose="00000500000000000000" pitchFamily="2" charset="0"/>
                          <a:cs typeface="Poppins" panose="00000500000000000000" pitchFamily="2" charset="0"/>
                        </a:rPr>
                        <a:t> Peter, Bryan, Claudia, Mike Xie</a:t>
                      </a:r>
                    </a:p>
                    <a:p>
                      <a:pPr algn="l"/>
                      <a:endParaRPr lang="en-US" sz="1200" b="0">
                        <a:solidFill>
                          <a:srgbClr val="104226"/>
                        </a:solidFill>
                        <a:latin typeface="Poppins" panose="00000500000000000000" pitchFamily="2" charset="0"/>
                        <a:cs typeface="Poppins" panose="00000500000000000000" pitchFamily="2" charset="0"/>
                      </a:endParaRPr>
                    </a:p>
                    <a:p>
                      <a:pPr algn="l"/>
                      <a:r>
                        <a:rPr lang="en-US" sz="1200" b="0">
                          <a:solidFill>
                            <a:srgbClr val="104226"/>
                          </a:solidFill>
                          <a:latin typeface="Poppins" panose="00000500000000000000" pitchFamily="2" charset="0"/>
                          <a:cs typeface="Poppins" panose="00000500000000000000" pitchFamily="2" charset="0"/>
                        </a:rPr>
                        <a:t>2. After email approval, route  GF-0011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1">
                          <a:solidFill>
                            <a:srgbClr val="104226"/>
                          </a:solidFill>
                          <a:latin typeface="Poppins" panose="00000500000000000000" pitchFamily="2" charset="0"/>
                          <a:cs typeface="Poppins" panose="00000500000000000000" pitchFamily="2" charset="0"/>
                        </a:rPr>
                        <a:t>Initiator</a:t>
                      </a:r>
                      <a:r>
                        <a:rPr lang="en-US" sz="1200" b="0">
                          <a:solidFill>
                            <a:srgbClr val="104226"/>
                          </a:solidFill>
                          <a:latin typeface="Poppins" panose="00000500000000000000" pitchFamily="2" charset="0"/>
                          <a:cs typeface="Poppins" panose="00000500000000000000" pitchFamily="2" charset="0"/>
                        </a:rPr>
                        <a:t>: Business Unit</a:t>
                      </a:r>
                    </a:p>
                    <a:p>
                      <a:pPr algn="l"/>
                      <a:r>
                        <a:rPr lang="en-US" sz="1200" b="1">
                          <a:solidFill>
                            <a:srgbClr val="104226"/>
                          </a:solidFill>
                          <a:latin typeface="Poppins" panose="00000500000000000000" pitchFamily="2" charset="0"/>
                          <a:cs typeface="Poppins" panose="00000500000000000000" pitchFamily="2" charset="0"/>
                        </a:rPr>
                        <a:t>Email Approvers</a:t>
                      </a:r>
                      <a:r>
                        <a:rPr lang="en-US" sz="1200" b="0">
                          <a:solidFill>
                            <a:srgbClr val="104226"/>
                          </a:solidFill>
                          <a:latin typeface="Poppins" panose="00000500000000000000" pitchFamily="2" charset="0"/>
                          <a:cs typeface="Poppins" panose="00000500000000000000" pitchFamily="2" charset="0"/>
                        </a:rPr>
                        <a:t>: Peter, Mike, Claudia, Bryan</a:t>
                      </a:r>
                    </a:p>
                    <a:p>
                      <a:pPr algn="l"/>
                      <a:r>
                        <a:rPr lang="en-US" sz="1200" b="1">
                          <a:solidFill>
                            <a:srgbClr val="104226"/>
                          </a:solidFill>
                          <a:latin typeface="Poppins" panose="00000500000000000000" pitchFamily="2" charset="0"/>
                          <a:cs typeface="Poppins" panose="00000500000000000000" pitchFamily="2" charset="0"/>
                        </a:rPr>
                        <a:t>Sponsor</a:t>
                      </a:r>
                      <a:r>
                        <a:rPr lang="en-US" sz="1200" b="0">
                          <a:solidFill>
                            <a:srgbClr val="104226"/>
                          </a:solidFill>
                          <a:latin typeface="Poppins" panose="00000500000000000000" pitchFamily="2" charset="0"/>
                          <a:cs typeface="Poppins" panose="00000500000000000000" pitchFamily="2" charset="0"/>
                        </a:rPr>
                        <a:t>: Sourcing Director</a:t>
                      </a:r>
                    </a:p>
                    <a:p>
                      <a:pPr algn="l"/>
                      <a:r>
                        <a:rPr lang="en-US" sz="1200" b="1">
                          <a:solidFill>
                            <a:srgbClr val="104226"/>
                          </a:solidFill>
                          <a:latin typeface="Poppins" panose="00000500000000000000" pitchFamily="2" charset="0"/>
                          <a:cs typeface="Poppins" panose="00000500000000000000" pitchFamily="2" charset="0"/>
                        </a:rPr>
                        <a:t>Sourcing Lead</a:t>
                      </a:r>
                      <a:r>
                        <a:rPr lang="en-US" sz="1200" b="0">
                          <a:solidFill>
                            <a:srgbClr val="104226"/>
                          </a:solidFill>
                          <a:latin typeface="Poppins" panose="00000500000000000000" pitchFamily="2" charset="0"/>
                          <a:cs typeface="Poppins" panose="00000500000000000000" pitchFamily="2" charset="0"/>
                        </a:rPr>
                        <a:t>: Assigned Sourcing Manager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08631183"/>
                  </a:ext>
                </a:extLst>
              </a:tr>
              <a:tr h="966175">
                <a:tc>
                  <a:txBody>
                    <a:bodyPr/>
                    <a:lstStyle/>
                    <a:p>
                      <a:r>
                        <a:rPr lang="en-US" sz="1200" b="0">
                          <a:solidFill>
                            <a:srgbClr val="104226"/>
                          </a:solidFill>
                          <a:latin typeface="Poppins" panose="00000500000000000000" pitchFamily="2" charset="0"/>
                          <a:cs typeface="Poppins" panose="00000500000000000000" pitchFamily="2" charset="0"/>
                        </a:rPr>
                        <a:t>Stage 2</a:t>
                      </a:r>
                    </a:p>
                    <a:p>
                      <a:r>
                        <a:rPr lang="en-US" sz="1200" b="1">
                          <a:solidFill>
                            <a:srgbClr val="104226"/>
                          </a:solidFill>
                          <a:latin typeface="Poppins" panose="00000500000000000000" pitchFamily="2" charset="0"/>
                          <a:cs typeface="Poppins" panose="00000500000000000000" pitchFamily="2" charset="0"/>
                        </a:rPr>
                        <a:t>Potential Suppliers</a:t>
                      </a:r>
                    </a:p>
                    <a:p>
                      <a:endParaRPr lang="en-US" sz="1200" b="1">
                        <a:solidFill>
                          <a:srgbClr val="104226"/>
                        </a:solidFill>
                        <a:latin typeface="Poppins" panose="00000500000000000000" pitchFamily="2" charset="0"/>
                        <a:cs typeface="Poppins" panose="000005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Identified potential supplier(s)</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Quote Analysis </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Samples review by BU</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Business Case (Revenue &amp; GM)</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Outside China suppliers explored/evaluated</a:t>
                      </a:r>
                    </a:p>
                    <a:p>
                      <a:pPr algn="l"/>
                      <a:endParaRPr lang="en-US" sz="1200" b="0">
                        <a:solidFill>
                          <a:srgbClr val="104226"/>
                        </a:solidFill>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1">
                          <a:solidFill>
                            <a:srgbClr val="104226"/>
                          </a:solidFill>
                          <a:latin typeface="Poppins" panose="00000500000000000000" pitchFamily="2" charset="0"/>
                          <a:cs typeface="Poppins" panose="00000500000000000000" pitchFamily="2" charset="0"/>
                        </a:rPr>
                        <a:t>NPI Committee Meeting:</a:t>
                      </a:r>
                      <a:endParaRPr lang="en-US" sz="1200" b="0">
                        <a:solidFill>
                          <a:srgbClr val="104226"/>
                        </a:solidFill>
                        <a:latin typeface="Poppins" panose="00000500000000000000" pitchFamily="2" charset="0"/>
                        <a:cs typeface="Poppins" panose="00000500000000000000" pitchFamily="2" charset="0"/>
                      </a:endParaRPr>
                    </a:p>
                    <a:p>
                      <a:pPr algn="l"/>
                      <a:r>
                        <a:rPr lang="en-US" sz="1200" b="0">
                          <a:solidFill>
                            <a:srgbClr val="104226"/>
                          </a:solidFill>
                          <a:latin typeface="Poppins" panose="00000500000000000000" pitchFamily="2" charset="0"/>
                          <a:cs typeface="Poppins" panose="00000500000000000000" pitchFamily="2" charset="0"/>
                        </a:rPr>
                        <a:t>1. Business Case Update</a:t>
                      </a:r>
                    </a:p>
                    <a:p>
                      <a:pPr algn="l"/>
                      <a:r>
                        <a:rPr lang="en-US" sz="1200" b="0">
                          <a:solidFill>
                            <a:srgbClr val="104226"/>
                          </a:solidFill>
                          <a:latin typeface="Poppins" panose="00000500000000000000" pitchFamily="2" charset="0"/>
                          <a:cs typeface="Poppins" panose="00000500000000000000" pitchFamily="2" charset="0"/>
                        </a:rPr>
                        <a:t>2. One-Slide project 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1">
                          <a:solidFill>
                            <a:srgbClr val="104226"/>
                          </a:solidFill>
                          <a:latin typeface="Poppins" panose="00000500000000000000" pitchFamily="2" charset="0"/>
                          <a:cs typeface="Poppins" panose="00000500000000000000" pitchFamily="2" charset="0"/>
                        </a:rPr>
                        <a:t>Lead: </a:t>
                      </a:r>
                      <a:r>
                        <a:rPr lang="en-US" sz="1200" b="0">
                          <a:solidFill>
                            <a:srgbClr val="104226"/>
                          </a:solidFill>
                          <a:latin typeface="Poppins" panose="00000500000000000000" pitchFamily="2" charset="0"/>
                          <a:cs typeface="Poppins" panose="00000500000000000000" pitchFamily="2" charset="0"/>
                        </a:rPr>
                        <a:t>Sourcing Lead</a:t>
                      </a:r>
                    </a:p>
                    <a:p>
                      <a:pPr algn="l"/>
                      <a:endParaRPr lang="en-US" sz="1200" b="0">
                        <a:solidFill>
                          <a:srgbClr val="104226"/>
                        </a:solidFill>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44130654"/>
                  </a:ext>
                </a:extLst>
              </a:tr>
              <a:tr h="777741">
                <a:tc>
                  <a:txBody>
                    <a:bodyPr/>
                    <a:lstStyle/>
                    <a:p>
                      <a:r>
                        <a:rPr lang="en-US" sz="1200" b="0">
                          <a:solidFill>
                            <a:srgbClr val="104226"/>
                          </a:solidFill>
                          <a:latin typeface="Poppins" panose="00000500000000000000" pitchFamily="2" charset="0"/>
                          <a:cs typeface="Poppins" panose="00000500000000000000" pitchFamily="2" charset="0"/>
                        </a:rPr>
                        <a:t>Stage 3</a:t>
                      </a:r>
                    </a:p>
                    <a:p>
                      <a:r>
                        <a:rPr lang="en-US" sz="1200" b="1">
                          <a:solidFill>
                            <a:srgbClr val="104226"/>
                          </a:solidFill>
                          <a:latin typeface="Poppins" panose="00000500000000000000" pitchFamily="2" charset="0"/>
                          <a:cs typeface="Poppins" panose="00000500000000000000" pitchFamily="2" charset="0"/>
                        </a:rPr>
                        <a:t>Supplier Evaluation</a:t>
                      </a:r>
                    </a:p>
                  </a:txBody>
                  <a:tcPr>
                    <a:lnR w="12700" cap="flat" cmpd="sng" algn="ctr">
                      <a:solidFill>
                        <a:schemeClr val="tx1"/>
                      </a:solidFill>
                      <a:prstDash val="solid"/>
                      <a:round/>
                      <a:headEnd type="none" w="med" len="med"/>
                      <a:tailEnd type="none" w="med" len="med"/>
                    </a:lnR>
                  </a:tcPr>
                </a:tc>
                <a:tc>
                  <a:txBody>
                    <a:bodyPr/>
                    <a:lstStyle/>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R&amp;D Test Results</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Patent Review (If needed)</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Quality Audit &amp; CAPA Plan</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Business Case (Revenue &amp; GM): Final</a:t>
                      </a:r>
                    </a:p>
                    <a:p>
                      <a:pPr algn="l"/>
                      <a:endParaRPr lang="en-US" sz="1200" b="0">
                        <a:solidFill>
                          <a:srgbClr val="104226"/>
                        </a:solidFill>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292100" rtl="0" eaLnBrk="1" fontAlgn="auto" latinLnBrk="0" hangingPunct="1">
                        <a:lnSpc>
                          <a:spcPct val="100000"/>
                        </a:lnSpc>
                        <a:spcBef>
                          <a:spcPts val="0"/>
                        </a:spcBef>
                        <a:spcAft>
                          <a:spcPts val="0"/>
                        </a:spcAft>
                        <a:buClrTx/>
                        <a:buSzTx/>
                        <a:buFontTx/>
                        <a:buNone/>
                        <a:tabLst/>
                        <a:defRPr/>
                      </a:pPr>
                      <a:r>
                        <a:rPr lang="en-US" sz="1200" b="1">
                          <a:solidFill>
                            <a:srgbClr val="104226"/>
                          </a:solidFill>
                          <a:latin typeface="Poppins" panose="00000500000000000000" pitchFamily="2" charset="0"/>
                          <a:cs typeface="Poppins" panose="00000500000000000000" pitchFamily="2" charset="0"/>
                        </a:rPr>
                        <a:t>NPI Committee Meeting:</a:t>
                      </a:r>
                      <a:endParaRPr lang="en-US" sz="1200" b="0">
                        <a:solidFill>
                          <a:srgbClr val="104226"/>
                        </a:solidFill>
                        <a:latin typeface="Poppins" panose="00000500000000000000" pitchFamily="2" charset="0"/>
                        <a:cs typeface="Poppins" panose="00000500000000000000" pitchFamily="2" charset="0"/>
                      </a:endParaRPr>
                    </a:p>
                    <a:p>
                      <a:pPr marL="0" indent="0" algn="l">
                        <a:buNone/>
                      </a:pPr>
                      <a:r>
                        <a:rPr lang="en-US" sz="1200" b="0">
                          <a:solidFill>
                            <a:srgbClr val="104226"/>
                          </a:solidFill>
                          <a:latin typeface="Poppins" panose="00000500000000000000" pitchFamily="2" charset="0"/>
                          <a:cs typeface="Poppins" panose="00000500000000000000" pitchFamily="2" charset="0"/>
                        </a:rPr>
                        <a:t>One-Slide project 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1">
                          <a:solidFill>
                            <a:srgbClr val="104226"/>
                          </a:solidFill>
                          <a:latin typeface="Poppins" panose="00000500000000000000" pitchFamily="2" charset="0"/>
                          <a:cs typeface="Poppins" panose="00000500000000000000" pitchFamily="2" charset="0"/>
                        </a:rPr>
                        <a:t>Lead: </a:t>
                      </a:r>
                      <a:r>
                        <a:rPr lang="en-US" sz="1200" b="0">
                          <a:solidFill>
                            <a:srgbClr val="104226"/>
                          </a:solidFill>
                          <a:latin typeface="Poppins" panose="00000500000000000000" pitchFamily="2" charset="0"/>
                          <a:cs typeface="Poppins" panose="00000500000000000000" pitchFamily="2" charset="0"/>
                        </a:rPr>
                        <a:t>Sourcing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97629569"/>
                  </a:ext>
                </a:extLst>
              </a:tr>
              <a:tr h="859512">
                <a:tc>
                  <a:txBody>
                    <a:bodyPr/>
                    <a:lstStyle/>
                    <a:p>
                      <a:r>
                        <a:rPr lang="en-US" sz="1200" b="0">
                          <a:solidFill>
                            <a:srgbClr val="104226"/>
                          </a:solidFill>
                          <a:latin typeface="Poppins" panose="00000500000000000000" pitchFamily="2" charset="0"/>
                          <a:cs typeface="Poppins" panose="00000500000000000000" pitchFamily="2" charset="0"/>
                        </a:rPr>
                        <a:t>Stage 4</a:t>
                      </a:r>
                    </a:p>
                    <a:p>
                      <a:r>
                        <a:rPr lang="en-US" sz="1200" b="1">
                          <a:solidFill>
                            <a:srgbClr val="104226"/>
                          </a:solidFill>
                          <a:latin typeface="Poppins" panose="00000500000000000000" pitchFamily="2" charset="0"/>
                          <a:cs typeface="Poppins" panose="00000500000000000000" pitchFamily="2" charset="0"/>
                        </a:rPr>
                        <a:t>Execution </a:t>
                      </a:r>
                    </a:p>
                    <a:p>
                      <a:r>
                        <a:rPr lang="en-US" sz="1200" b="1">
                          <a:solidFill>
                            <a:srgbClr val="104226"/>
                          </a:solidFill>
                          <a:latin typeface="Poppins" panose="00000500000000000000" pitchFamily="2" charset="0"/>
                          <a:cs typeface="Poppins" panose="00000500000000000000" pitchFamily="2" charset="0"/>
                        </a:rPr>
                        <a:t>with Selected  Supplier</a:t>
                      </a:r>
                    </a:p>
                  </a:txBody>
                  <a:tcPr>
                    <a:lnR w="12700" cap="flat" cmpd="sng" algn="ctr">
                      <a:solidFill>
                        <a:schemeClr val="tx1"/>
                      </a:solidFill>
                      <a:prstDash val="solid"/>
                      <a:round/>
                      <a:headEnd type="none" w="med" len="med"/>
                      <a:tailEnd type="none" w="med" len="med"/>
                    </a:lnR>
                  </a:tcPr>
                </a:tc>
                <a:tc>
                  <a:txBody>
                    <a:bodyPr/>
                    <a:lstStyle/>
                    <a:p>
                      <a:pPr marL="171450" indent="-171450" algn="l">
                        <a:buFont typeface="Arial" panose="020B0604020202020204" pitchFamily="34" charset="0"/>
                        <a:buChar char="•"/>
                      </a:pPr>
                      <a:r>
                        <a:rPr lang="en-US" sz="1200" b="1">
                          <a:solidFill>
                            <a:srgbClr val="104226"/>
                          </a:solidFill>
                          <a:latin typeface="Poppins" panose="00000500000000000000" pitchFamily="2" charset="0"/>
                          <a:cs typeface="Poppins" panose="00000500000000000000" pitchFamily="2" charset="0"/>
                        </a:rPr>
                        <a:t>GF-0056</a:t>
                      </a:r>
                      <a:r>
                        <a:rPr lang="en-US" sz="1200" b="0">
                          <a:solidFill>
                            <a:srgbClr val="104226"/>
                          </a:solidFill>
                          <a:latin typeface="Poppins" panose="00000500000000000000" pitchFamily="2" charset="0"/>
                          <a:cs typeface="Poppins" panose="00000500000000000000" pitchFamily="2" charset="0"/>
                        </a:rPr>
                        <a:t> initiated and completed</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Artwork</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Supply Agreements</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All project tasks initiated and completed</a:t>
                      </a:r>
                      <a:endParaRPr lang="en-US" sz="1200" b="1">
                        <a:solidFill>
                          <a:srgbClr val="104226"/>
                        </a:solidFill>
                        <a:latin typeface="Poppins" panose="00000500000000000000" pitchFamily="2" charset="0"/>
                        <a:cs typeface="Poppins" panose="00000500000000000000" pitchFamily="2" charset="0"/>
                      </a:endParaRPr>
                    </a:p>
                    <a:p>
                      <a:pPr marL="0" indent="0" algn="l">
                        <a:buFont typeface="Arial" panose="020B0604020202020204" pitchFamily="34" charset="0"/>
                        <a:buNone/>
                      </a:pPr>
                      <a:r>
                        <a:rPr lang="en-US" sz="1200" b="1">
                          <a:solidFill>
                            <a:srgbClr val="104226"/>
                          </a:solidFill>
                          <a:latin typeface="Poppins" panose="00000500000000000000" pitchFamily="2" charset="0"/>
                          <a:cs typeface="Poppins" panose="00000500000000000000" pitchFamily="2" charset="0"/>
                        </a:rPr>
                        <a:t>Outcome:</a:t>
                      </a:r>
                    </a:p>
                    <a:p>
                      <a:pPr marL="171450" indent="-171450" algn="l">
                        <a:buFont typeface="Arial" panose="020B0604020202020204" pitchFamily="34" charset="0"/>
                        <a:buChar char="•"/>
                      </a:pPr>
                      <a:r>
                        <a:rPr lang="en-US" sz="1200" b="0">
                          <a:solidFill>
                            <a:srgbClr val="104226"/>
                          </a:solidFill>
                          <a:latin typeface="Poppins" panose="00000500000000000000" pitchFamily="2" charset="0"/>
                          <a:cs typeface="Poppins" panose="00000500000000000000" pitchFamily="2" charset="0"/>
                        </a:rPr>
                        <a:t>Launch PO Approval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292100" rtl="0" eaLnBrk="1" fontAlgn="auto" latinLnBrk="0" hangingPunct="1">
                        <a:lnSpc>
                          <a:spcPct val="100000"/>
                        </a:lnSpc>
                        <a:spcBef>
                          <a:spcPts val="0"/>
                        </a:spcBef>
                        <a:spcAft>
                          <a:spcPts val="0"/>
                        </a:spcAft>
                        <a:buClrTx/>
                        <a:buSzTx/>
                        <a:buFontTx/>
                        <a:buNone/>
                        <a:tabLst/>
                        <a:defRPr/>
                      </a:pPr>
                      <a:r>
                        <a:rPr lang="en-US" sz="1200" b="1">
                          <a:solidFill>
                            <a:srgbClr val="104226"/>
                          </a:solidFill>
                          <a:latin typeface="Poppins" panose="00000500000000000000" pitchFamily="2" charset="0"/>
                          <a:cs typeface="Poppins" panose="00000500000000000000" pitchFamily="2" charset="0"/>
                        </a:rPr>
                        <a:t>NPI Committee Meeting:</a:t>
                      </a:r>
                    </a:p>
                    <a:p>
                      <a:pPr marL="0" marR="0" lvl="0" indent="0" algn="l" defTabSz="292100" rtl="0" eaLnBrk="1" fontAlgn="auto" latinLnBrk="0" hangingPunct="1">
                        <a:lnSpc>
                          <a:spcPct val="100000"/>
                        </a:lnSpc>
                        <a:spcBef>
                          <a:spcPts val="0"/>
                        </a:spcBef>
                        <a:spcAft>
                          <a:spcPts val="0"/>
                        </a:spcAft>
                        <a:buClrTx/>
                        <a:buSzTx/>
                        <a:buFontTx/>
                        <a:buNone/>
                        <a:tabLst/>
                        <a:defRPr/>
                      </a:pPr>
                      <a:r>
                        <a:rPr lang="en-US" sz="1200" b="0">
                          <a:solidFill>
                            <a:srgbClr val="104226"/>
                          </a:solidFill>
                          <a:latin typeface="Poppins" panose="00000500000000000000" pitchFamily="2" charset="0"/>
                          <a:cs typeface="Poppins" panose="00000500000000000000" pitchFamily="2" charset="0"/>
                        </a:rPr>
                        <a:t>One-Slide project summary</a:t>
                      </a:r>
                    </a:p>
                    <a:p>
                      <a:pPr marL="0" indent="0" algn="l">
                        <a:buNone/>
                      </a:pPr>
                      <a:endParaRPr lang="en-US" sz="1200" b="0">
                        <a:solidFill>
                          <a:srgbClr val="104226"/>
                        </a:solidFill>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sz="1200" b="1">
                          <a:solidFill>
                            <a:srgbClr val="104226"/>
                          </a:solidFill>
                          <a:latin typeface="Poppins" panose="00000500000000000000" pitchFamily="2" charset="0"/>
                          <a:cs typeface="Poppins" panose="00000500000000000000" pitchFamily="2" charset="0"/>
                        </a:rPr>
                        <a:t>Lead: </a:t>
                      </a:r>
                      <a:r>
                        <a:rPr lang="en-US" sz="1200" b="0">
                          <a:solidFill>
                            <a:srgbClr val="104226"/>
                          </a:solidFill>
                          <a:latin typeface="Poppins" panose="00000500000000000000" pitchFamily="2" charset="0"/>
                          <a:cs typeface="Poppins" panose="00000500000000000000" pitchFamily="2" charset="0"/>
                        </a:rPr>
                        <a:t>Business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35461154"/>
                  </a:ext>
                </a:extLst>
              </a:tr>
            </a:tbl>
          </a:graphicData>
        </a:graphic>
      </p:graphicFrame>
      <p:sp>
        <p:nvSpPr>
          <p:cNvPr id="24" name="Product Segments">
            <a:extLst>
              <a:ext uri="{FF2B5EF4-FFF2-40B4-BE49-F238E27FC236}">
                <a16:creationId xmlns:a16="http://schemas.microsoft.com/office/drawing/2014/main" id="{21E19A55-60FE-64D1-7D99-FC5B5CDDEC3D}"/>
              </a:ext>
            </a:extLst>
          </p:cNvPr>
          <p:cNvSpPr txBox="1">
            <a:spLocks/>
          </p:cNvSpPr>
          <p:nvPr/>
        </p:nvSpPr>
        <p:spPr>
          <a:xfrm>
            <a:off x="2128789" y="122845"/>
            <a:ext cx="7934421" cy="6494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9050" tIns="19050" rIns="19050" bIns="19050" anchor="b">
            <a:normAutofit/>
          </a:bodyPr>
          <a:lstStyle>
            <a:lvl1pPr marL="0" marR="0" indent="0" algn="ctr" defTabSz="1219168" rtl="0" latinLnBrk="0">
              <a:lnSpc>
                <a:spcPct val="80000"/>
              </a:lnSpc>
              <a:spcBef>
                <a:spcPts val="0"/>
              </a:spcBef>
              <a:spcAft>
                <a:spcPts val="0"/>
              </a:spcAft>
              <a:buClrTx/>
              <a:buSzTx/>
              <a:buFontTx/>
              <a:buNone/>
              <a:tabLst/>
              <a:defRPr sz="3000" b="0" i="0" u="none" strike="noStrike" cap="none" spc="-111" baseline="0">
                <a:solidFill>
                  <a:srgbClr val="244931"/>
                </a:solidFill>
                <a:uFillTx/>
                <a:latin typeface="Poppins Bold"/>
                <a:ea typeface="Poppins Bold"/>
                <a:cs typeface="Poppins Bold"/>
                <a:sym typeface="Poppins Bold"/>
              </a:defRPr>
            </a:lvl1pPr>
            <a:lvl2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2pPr>
            <a:lvl3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3pPr>
            <a:lvl4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4pPr>
            <a:lvl5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5pPr>
            <a:lvl6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6pPr>
            <a:lvl7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7pPr>
            <a:lvl8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8pPr>
            <a:lvl9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9pPr>
          </a:lstStyle>
          <a:p>
            <a:pPr defTabSz="1194907" hangingPunct="0"/>
            <a:r>
              <a:rPr lang="en-US" b="1" kern="0" spc="-102">
                <a:solidFill>
                  <a:srgbClr val="104226"/>
                </a:solidFill>
                <a:latin typeface="Poppins" panose="00000500000000000000" pitchFamily="2" charset="-18"/>
                <a:cs typeface="Poppins" panose="00000500000000000000" pitchFamily="2" charset="-18"/>
              </a:rPr>
              <a:t>Stage Review Process 2.0</a:t>
            </a:r>
          </a:p>
        </p:txBody>
      </p:sp>
    </p:spTree>
    <p:extLst>
      <p:ext uri="{BB962C8B-B14F-4D97-AF65-F5344CB8AC3E}">
        <p14:creationId xmlns:p14="http://schemas.microsoft.com/office/powerpoint/2010/main" val="192967059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4000">
              <a:schemeClr val="accent1">
                <a:lumMod val="5000"/>
                <a:lumOff val="95000"/>
              </a:schemeClr>
            </a:gs>
            <a:gs pos="67000">
              <a:srgbClr val="E1F0EC"/>
            </a:gs>
            <a:gs pos="40000">
              <a:srgbClr val="E1F0EC"/>
            </a:gs>
          </a:gsLst>
          <a:lin ang="5400000" scaled="1"/>
        </a:gradFill>
        <a:effectLst/>
      </p:bgPr>
    </p:bg>
    <p:spTree>
      <p:nvGrpSpPr>
        <p:cNvPr id="1" name="">
          <a:extLst>
            <a:ext uri="{FF2B5EF4-FFF2-40B4-BE49-F238E27FC236}">
              <a16:creationId xmlns:a16="http://schemas.microsoft.com/office/drawing/2014/main" id="{266FCB91-90DE-B4C3-0944-C38FC2F08A85}"/>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2B2F4B3A-65A2-2ED3-AA49-A68E422F54BB}"/>
              </a:ext>
            </a:extLst>
          </p:cNvPr>
          <p:cNvPicPr>
            <a:picLocks noGrp="1" noRot="1" noChangeAspect="1" noMove="1" noResize="1" noEditPoints="1" noAdjustHandles="1" noChangeArrowheads="1" noChangeShapeType="1" noCrop="1"/>
          </p:cNvPicPr>
          <p:nvPr/>
        </p:nvPicPr>
        <p:blipFill>
          <a:blip r:embed="rId3"/>
          <a:stretch>
            <a:fillRect/>
          </a:stretch>
        </p:blipFill>
        <p:spPr>
          <a:xfrm>
            <a:off x="439575" y="6236622"/>
            <a:ext cx="1859873" cy="444523"/>
          </a:xfrm>
          <a:prstGeom prst="rect">
            <a:avLst/>
          </a:prstGeom>
        </p:spPr>
      </p:pic>
      <p:sp>
        <p:nvSpPr>
          <p:cNvPr id="2" name="Title 1">
            <a:extLst>
              <a:ext uri="{FF2B5EF4-FFF2-40B4-BE49-F238E27FC236}">
                <a16:creationId xmlns:a16="http://schemas.microsoft.com/office/drawing/2014/main" id="{446F99A4-4E2E-6162-9245-B23C1048CDA9}"/>
              </a:ext>
            </a:extLst>
          </p:cNvPr>
          <p:cNvSpPr>
            <a:spLocks noGrp="1"/>
          </p:cNvSpPr>
          <p:nvPr>
            <p:ph type="title"/>
          </p:nvPr>
        </p:nvSpPr>
        <p:spPr>
          <a:xfrm>
            <a:off x="2227189" y="147608"/>
            <a:ext cx="7497836" cy="457200"/>
          </a:xfrm>
        </p:spPr>
        <p:txBody>
          <a:bodyPr/>
          <a:lstStyle/>
          <a:p>
            <a:pPr algn="ctr"/>
            <a:r>
              <a:rPr lang="en-US" u="sng">
                <a:solidFill>
                  <a:srgbClr val="EC6726"/>
                </a:solidFill>
                <a:latin typeface="Poppins" panose="00000500000000000000" pitchFamily="2" charset="0"/>
                <a:cs typeface="Poppins" panose="00000500000000000000" pitchFamily="2" charset="0"/>
              </a:rPr>
              <a:t>NPI Committee Meeting</a:t>
            </a:r>
          </a:p>
        </p:txBody>
      </p:sp>
      <p:sp>
        <p:nvSpPr>
          <p:cNvPr id="4" name="Slide Number Placeholder 3">
            <a:extLst>
              <a:ext uri="{FF2B5EF4-FFF2-40B4-BE49-F238E27FC236}">
                <a16:creationId xmlns:a16="http://schemas.microsoft.com/office/drawing/2014/main" id="{DACCDC0C-300C-4F28-6E3E-D5E906DA0543}"/>
              </a:ext>
            </a:extLst>
          </p:cNvPr>
          <p:cNvSpPr>
            <a:spLocks noGrp="1"/>
          </p:cNvSpPr>
          <p:nvPr>
            <p:ph type="sldNum" sz="quarter" idx="12"/>
          </p:nvPr>
        </p:nvSpPr>
        <p:spPr/>
        <p:txBody>
          <a:bodyPr/>
          <a:lstStyle/>
          <a:p>
            <a:fld id="{E12D0507-9F86-7A45-BE8E-43760B9F92AA}" type="slidenum">
              <a:rPr lang="en-US">
                <a:solidFill>
                  <a:srgbClr val="000000"/>
                </a:solidFill>
                <a:latin typeface="NeueHaasGroteskText Std"/>
              </a:rPr>
              <a:pPr/>
              <a:t>5</a:t>
            </a:fld>
            <a:endParaRPr lang="en-US">
              <a:solidFill>
                <a:srgbClr val="000000"/>
              </a:solidFill>
              <a:latin typeface="NeueHaasGroteskText Std"/>
            </a:endParaRPr>
          </a:p>
        </p:txBody>
      </p:sp>
      <p:sp>
        <p:nvSpPr>
          <p:cNvPr id="3" name="Rectangle 2">
            <a:extLst>
              <a:ext uri="{FF2B5EF4-FFF2-40B4-BE49-F238E27FC236}">
                <a16:creationId xmlns:a16="http://schemas.microsoft.com/office/drawing/2014/main" id="{70207368-AEE6-CD05-10CF-9991F5AF0939}"/>
              </a:ext>
            </a:extLst>
          </p:cNvPr>
          <p:cNvSpPr/>
          <p:nvPr/>
        </p:nvSpPr>
        <p:spPr>
          <a:xfrm>
            <a:off x="1233367" y="5394293"/>
            <a:ext cx="4739868" cy="546303"/>
          </a:xfrm>
          <a:prstGeom prst="rect">
            <a:avLst/>
          </a:prstGeom>
          <a:solidFill>
            <a:srgbClr val="E8EDF1"/>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EC6726"/>
                </a:solidFill>
                <a:effectLst/>
                <a:uFillTx/>
                <a:latin typeface="Poppins Bold"/>
                <a:ea typeface="Poppins Bold"/>
                <a:cs typeface="Poppins Bold"/>
                <a:sym typeface="Poppins Bold"/>
              </a:rPr>
              <a:t>Week 1:</a:t>
            </a:r>
          </a:p>
          <a:p>
            <a:pPr marR="0" defTabSz="1219168" rtl="0" fontAlgn="auto" latinLnBrk="0" hangingPunct="0">
              <a:lnSpc>
                <a:spcPct val="100000"/>
              </a:lnSpc>
              <a:spcBef>
                <a:spcPts val="0"/>
              </a:spcBef>
              <a:spcAft>
                <a:spcPts val="0"/>
              </a:spcAft>
              <a:buClrTx/>
              <a:buSzTx/>
              <a:tabLst/>
            </a:pPr>
            <a:r>
              <a:rPr lang="en-US" sz="1100">
                <a:solidFill>
                  <a:srgbClr val="5E5E5E"/>
                </a:solidFill>
                <a:latin typeface="Poppins Bold"/>
                <a:ea typeface="Poppins Bold"/>
                <a:cs typeface="Poppins Bold"/>
                <a:sym typeface="Poppins Bold"/>
              </a:rPr>
              <a:t>Sourcing Lead send an email to Gaurav &amp; Claudia with project and stage they want to present.</a:t>
            </a:r>
          </a:p>
        </p:txBody>
      </p:sp>
      <p:sp>
        <p:nvSpPr>
          <p:cNvPr id="5" name="Rectangle 4">
            <a:extLst>
              <a:ext uri="{FF2B5EF4-FFF2-40B4-BE49-F238E27FC236}">
                <a16:creationId xmlns:a16="http://schemas.microsoft.com/office/drawing/2014/main" id="{CAE96412-6D9D-C339-1833-96E04BCED8DD}"/>
              </a:ext>
            </a:extLst>
          </p:cNvPr>
          <p:cNvSpPr/>
          <p:nvPr/>
        </p:nvSpPr>
        <p:spPr>
          <a:xfrm>
            <a:off x="6218766" y="5478259"/>
            <a:ext cx="4129077" cy="377026"/>
          </a:xfrm>
          <a:prstGeom prst="rect">
            <a:avLst/>
          </a:prstGeom>
          <a:solidFill>
            <a:srgbClr val="E8EDF1"/>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EC6726"/>
                </a:solidFill>
                <a:effectLst/>
                <a:uFillTx/>
                <a:latin typeface="Poppins Bold"/>
                <a:ea typeface="Poppins Bold"/>
                <a:cs typeface="Poppins Bold"/>
                <a:sym typeface="Poppins Bold"/>
              </a:rPr>
              <a:t>Week 2: </a:t>
            </a:r>
          </a:p>
          <a:p>
            <a:pPr marL="0" marR="0" indent="0"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Claudia &amp; Gaurav provides agenda.</a:t>
            </a:r>
            <a:endParaRPr kumimoji="0" lang="en-US" sz="1100" b="0" i="0" u="none" strike="noStrike" cap="none" spc="0" normalizeH="0" baseline="0">
              <a:ln>
                <a:noFill/>
              </a:ln>
              <a:solidFill>
                <a:srgbClr val="104226"/>
              </a:solidFill>
              <a:effectLst/>
              <a:uFillTx/>
              <a:latin typeface="Poppins Bold"/>
              <a:ea typeface="Poppins Bold"/>
              <a:cs typeface="Poppins Bold"/>
              <a:sym typeface="Poppins Bold"/>
            </a:endParaRPr>
          </a:p>
        </p:txBody>
      </p:sp>
      <p:sp>
        <p:nvSpPr>
          <p:cNvPr id="16" name="Rectangle 15">
            <a:extLst>
              <a:ext uri="{FF2B5EF4-FFF2-40B4-BE49-F238E27FC236}">
                <a16:creationId xmlns:a16="http://schemas.microsoft.com/office/drawing/2014/main" id="{A76D8189-599B-14EB-D1C5-5A05F4DBD260}"/>
              </a:ext>
            </a:extLst>
          </p:cNvPr>
          <p:cNvSpPr/>
          <p:nvPr/>
        </p:nvSpPr>
        <p:spPr>
          <a:xfrm>
            <a:off x="6218765" y="6270368"/>
            <a:ext cx="4129077" cy="377026"/>
          </a:xfrm>
          <a:prstGeom prst="rect">
            <a:avLst/>
          </a:prstGeom>
          <a:solidFill>
            <a:srgbClr val="E8EDF1"/>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EC6726"/>
                </a:solidFill>
                <a:effectLst/>
                <a:uFillTx/>
                <a:latin typeface="Poppins Bold"/>
                <a:ea typeface="Poppins Bold"/>
                <a:cs typeface="Poppins Bold"/>
                <a:sym typeface="Poppins Bold"/>
              </a:rPr>
              <a:t>Week 4:</a:t>
            </a:r>
          </a:p>
          <a:p>
            <a:pPr marR="0" defTabSz="1219168" rtl="0" fontAlgn="auto" latinLnBrk="0" hangingPunct="0">
              <a:lnSpc>
                <a:spcPct val="100000"/>
              </a:lnSpc>
              <a:spcBef>
                <a:spcPts val="0"/>
              </a:spcBef>
              <a:spcAft>
                <a:spcPts val="0"/>
              </a:spcAft>
              <a:buClrTx/>
              <a:buSzTx/>
              <a:tabLst/>
            </a:pPr>
            <a:r>
              <a:rPr lang="en-US" sz="1100">
                <a:solidFill>
                  <a:srgbClr val="5E5E5E"/>
                </a:solidFill>
                <a:latin typeface="Poppins Bold"/>
                <a:cs typeface="Poppins Bold"/>
                <a:sym typeface="Poppins Bold"/>
              </a:rPr>
              <a:t>Claudia &amp; Gaurav to provide Meeting Notes &amp; Action</a:t>
            </a:r>
          </a:p>
        </p:txBody>
      </p:sp>
      <p:sp>
        <p:nvSpPr>
          <p:cNvPr id="18" name="Chevron 11">
            <a:extLst>
              <a:ext uri="{FF2B5EF4-FFF2-40B4-BE49-F238E27FC236}">
                <a16:creationId xmlns:a16="http://schemas.microsoft.com/office/drawing/2014/main" id="{61A30A8D-787E-174B-0923-34C81F1C0B04}"/>
              </a:ext>
            </a:extLst>
          </p:cNvPr>
          <p:cNvSpPr/>
          <p:nvPr/>
        </p:nvSpPr>
        <p:spPr>
          <a:xfrm>
            <a:off x="563336" y="2347268"/>
            <a:ext cx="10638064" cy="1143000"/>
          </a:xfrm>
          <a:prstGeom prst="chevron">
            <a:avLst>
              <a:gd name="adj" fmla="val 32074"/>
            </a:avLst>
          </a:prstGeom>
          <a:solidFill>
            <a:schemeClr val="bg1"/>
          </a:solidFill>
          <a:ln w="1270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0000"/>
              </a:solidFill>
              <a:latin typeface="NeueHaasGroteskText Std"/>
            </a:endParaRPr>
          </a:p>
        </p:txBody>
      </p:sp>
      <p:sp>
        <p:nvSpPr>
          <p:cNvPr id="19" name="Pentagon 14">
            <a:extLst>
              <a:ext uri="{FF2B5EF4-FFF2-40B4-BE49-F238E27FC236}">
                <a16:creationId xmlns:a16="http://schemas.microsoft.com/office/drawing/2014/main" id="{FB025228-0EC4-7C21-A2CB-40A475C3518A}"/>
              </a:ext>
            </a:extLst>
          </p:cNvPr>
          <p:cNvSpPr/>
          <p:nvPr/>
        </p:nvSpPr>
        <p:spPr>
          <a:xfrm rot="16200000">
            <a:off x="5602378" y="1085778"/>
            <a:ext cx="845033" cy="7400261"/>
          </a:xfrm>
          <a:prstGeom prst="homePlate">
            <a:avLst/>
          </a:prstGeom>
          <a:solidFill>
            <a:srgbClr val="A7D4B9"/>
          </a:solidFill>
          <a:ln>
            <a:noFill/>
          </a:ln>
        </p:spPr>
        <p:style>
          <a:lnRef idx="1">
            <a:schemeClr val="accent1"/>
          </a:lnRef>
          <a:fillRef idx="3">
            <a:schemeClr val="accent1"/>
          </a:fillRef>
          <a:effectRef idx="2">
            <a:schemeClr val="accent1"/>
          </a:effectRef>
          <a:fontRef idx="minor">
            <a:schemeClr val="lt1"/>
          </a:fontRef>
        </p:style>
        <p:txBody>
          <a:bodyPr vert="vert" wrap="square" rtlCol="0" anchor="ctr" anchorCtr="0">
            <a:scene3d>
              <a:camera prst="orthographicFront">
                <a:rot lat="0" lon="1200000" rev="0"/>
              </a:camera>
              <a:lightRig rig="threePt" dir="t"/>
            </a:scene3d>
          </a:bodyPr>
          <a:lstStyle/>
          <a:p>
            <a:pPr algn="ctr"/>
            <a:r>
              <a:rPr lang="en-US" b="1">
                <a:solidFill>
                  <a:srgbClr val="104226"/>
                </a:solidFill>
                <a:latin typeface="Poppins" panose="00000500000000000000" pitchFamily="2" charset="0"/>
                <a:cs typeface="Poppins" panose="00000500000000000000" pitchFamily="2" charset="0"/>
              </a:rPr>
              <a:t>Execution Framework</a:t>
            </a:r>
            <a:endParaRPr lang="en-US" sz="1400" b="1">
              <a:solidFill>
                <a:srgbClr val="104226"/>
              </a:solidFill>
              <a:latin typeface="Poppins" panose="00000500000000000000" pitchFamily="2" charset="0"/>
              <a:cs typeface="Poppins" panose="00000500000000000000" pitchFamily="2" charset="0"/>
            </a:endParaRPr>
          </a:p>
          <a:p>
            <a:pPr algn="ctr"/>
            <a:r>
              <a:rPr lang="en-US" sz="1400" b="1">
                <a:solidFill>
                  <a:srgbClr val="104226"/>
                </a:solidFill>
                <a:latin typeface="Poppins" panose="00000500000000000000" pitchFamily="2" charset="0"/>
                <a:cs typeface="Poppins" panose="00000500000000000000" pitchFamily="2" charset="0"/>
              </a:rPr>
              <a:t>Action Planning &amp; Implementation</a:t>
            </a:r>
          </a:p>
        </p:txBody>
      </p:sp>
      <p:sp>
        <p:nvSpPr>
          <p:cNvPr id="23" name="Pentagon 13">
            <a:extLst>
              <a:ext uri="{FF2B5EF4-FFF2-40B4-BE49-F238E27FC236}">
                <a16:creationId xmlns:a16="http://schemas.microsoft.com/office/drawing/2014/main" id="{173F048F-40CB-5910-5F82-B42B96BC03C9}"/>
              </a:ext>
            </a:extLst>
          </p:cNvPr>
          <p:cNvSpPr/>
          <p:nvPr/>
        </p:nvSpPr>
        <p:spPr>
          <a:xfrm rot="5400000">
            <a:off x="5536492" y="-2568734"/>
            <a:ext cx="926176" cy="7400261"/>
          </a:xfrm>
          <a:prstGeom prst="homePlate">
            <a:avLst/>
          </a:prstGeom>
          <a:solidFill>
            <a:srgbClr val="A7D4B9"/>
          </a:solidFill>
          <a:ln>
            <a:noFill/>
          </a:ln>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en-US" b="1">
                <a:solidFill>
                  <a:srgbClr val="104226"/>
                </a:solidFill>
                <a:latin typeface="Poppins" panose="00000500000000000000" pitchFamily="2" charset="0"/>
                <a:cs typeface="Poppins" panose="00000500000000000000" pitchFamily="2" charset="0"/>
              </a:rPr>
              <a:t>Visibility &amp; Alignment</a:t>
            </a:r>
          </a:p>
        </p:txBody>
      </p:sp>
      <p:sp>
        <p:nvSpPr>
          <p:cNvPr id="24" name="Chevron 7">
            <a:extLst>
              <a:ext uri="{FF2B5EF4-FFF2-40B4-BE49-F238E27FC236}">
                <a16:creationId xmlns:a16="http://schemas.microsoft.com/office/drawing/2014/main" id="{4BF9C749-0EA8-1E0C-2234-CF26C908783A}"/>
              </a:ext>
            </a:extLst>
          </p:cNvPr>
          <p:cNvSpPr/>
          <p:nvPr/>
        </p:nvSpPr>
        <p:spPr>
          <a:xfrm>
            <a:off x="7810501" y="2528427"/>
            <a:ext cx="1486407" cy="780685"/>
          </a:xfrm>
          <a:prstGeom prst="chevron">
            <a:avLst>
              <a:gd name="adj" fmla="val 32074"/>
            </a:avLst>
          </a:prstGeom>
          <a:solidFill>
            <a:srgbClr val="104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Poppins" panose="00000500000000000000" pitchFamily="2" charset="0"/>
                <a:cs typeface="Poppins" panose="00000500000000000000" pitchFamily="2" charset="0"/>
              </a:rPr>
              <a:t>Closing</a:t>
            </a:r>
          </a:p>
        </p:txBody>
      </p:sp>
      <p:sp>
        <p:nvSpPr>
          <p:cNvPr id="25" name="Chevron 8">
            <a:extLst>
              <a:ext uri="{FF2B5EF4-FFF2-40B4-BE49-F238E27FC236}">
                <a16:creationId xmlns:a16="http://schemas.microsoft.com/office/drawing/2014/main" id="{1A7B6327-0F51-3806-6DAD-8F19ECAAFC08}"/>
              </a:ext>
            </a:extLst>
          </p:cNvPr>
          <p:cNvSpPr/>
          <p:nvPr/>
        </p:nvSpPr>
        <p:spPr>
          <a:xfrm>
            <a:off x="9296909" y="2521063"/>
            <a:ext cx="1566513" cy="780685"/>
          </a:xfrm>
          <a:prstGeom prst="chevron">
            <a:avLst>
              <a:gd name="adj" fmla="val 32074"/>
            </a:avLst>
          </a:prstGeom>
          <a:solidFill>
            <a:srgbClr val="A7D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000000"/>
                </a:solidFill>
                <a:latin typeface="Poppins" panose="00000500000000000000" pitchFamily="2" charset="0"/>
                <a:cs typeface="Poppins" panose="00000500000000000000" pitchFamily="2" charset="0"/>
              </a:rPr>
              <a:t>Post – Call Action</a:t>
            </a:r>
          </a:p>
        </p:txBody>
      </p:sp>
      <p:sp>
        <p:nvSpPr>
          <p:cNvPr id="26" name="Chevron 9">
            <a:extLst>
              <a:ext uri="{FF2B5EF4-FFF2-40B4-BE49-F238E27FC236}">
                <a16:creationId xmlns:a16="http://schemas.microsoft.com/office/drawing/2014/main" id="{43F7522C-34A2-BCD0-C875-20F283A8A138}"/>
              </a:ext>
            </a:extLst>
          </p:cNvPr>
          <p:cNvSpPr/>
          <p:nvPr/>
        </p:nvSpPr>
        <p:spPr>
          <a:xfrm>
            <a:off x="1035934" y="2528427"/>
            <a:ext cx="1586758" cy="780685"/>
          </a:xfrm>
          <a:prstGeom prst="chevron">
            <a:avLst>
              <a:gd name="adj" fmla="val 32074"/>
            </a:avLst>
          </a:prstGeom>
          <a:solidFill>
            <a:srgbClr val="A7D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a:solidFill>
                  <a:srgbClr val="104226"/>
                </a:solidFill>
                <a:latin typeface="Poppins" panose="00000500000000000000" pitchFamily="2" charset="0"/>
                <a:cs typeface="Poppins" panose="00000500000000000000" pitchFamily="2" charset="0"/>
              </a:rPr>
              <a:t>Pre-Call Planning</a:t>
            </a:r>
          </a:p>
        </p:txBody>
      </p:sp>
      <p:sp>
        <p:nvSpPr>
          <p:cNvPr id="27" name="Chevron 10">
            <a:extLst>
              <a:ext uri="{FF2B5EF4-FFF2-40B4-BE49-F238E27FC236}">
                <a16:creationId xmlns:a16="http://schemas.microsoft.com/office/drawing/2014/main" id="{7C1DA895-21BA-15B2-CF6F-D00690DA5317}"/>
              </a:ext>
            </a:extLst>
          </p:cNvPr>
          <p:cNvSpPr/>
          <p:nvPr/>
        </p:nvSpPr>
        <p:spPr>
          <a:xfrm>
            <a:off x="2622693" y="2528427"/>
            <a:ext cx="1769772" cy="780685"/>
          </a:xfrm>
          <a:prstGeom prst="chevron">
            <a:avLst>
              <a:gd name="adj" fmla="val 32074"/>
            </a:avLst>
          </a:prstGeom>
          <a:solidFill>
            <a:srgbClr val="104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Poppins" panose="00000500000000000000" pitchFamily="2" charset="0"/>
                <a:cs typeface="Poppins" panose="00000500000000000000" pitchFamily="2" charset="0"/>
              </a:rPr>
              <a:t>Prepare</a:t>
            </a:r>
          </a:p>
        </p:txBody>
      </p:sp>
      <p:sp>
        <p:nvSpPr>
          <p:cNvPr id="28" name="Oval 27">
            <a:extLst>
              <a:ext uri="{FF2B5EF4-FFF2-40B4-BE49-F238E27FC236}">
                <a16:creationId xmlns:a16="http://schemas.microsoft.com/office/drawing/2014/main" id="{99032CEC-D2CC-F647-9C0D-DA1359C1501F}"/>
              </a:ext>
            </a:extLst>
          </p:cNvPr>
          <p:cNvSpPr/>
          <p:nvPr/>
        </p:nvSpPr>
        <p:spPr>
          <a:xfrm>
            <a:off x="4476750" y="1318568"/>
            <a:ext cx="3200400" cy="3200400"/>
          </a:xfrm>
          <a:prstGeom prst="ellipse">
            <a:avLst/>
          </a:prstGeom>
          <a:solidFill>
            <a:schemeClr val="bg1"/>
          </a:solidFill>
          <a:ln w="1270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0000"/>
              </a:solidFill>
              <a:latin typeface="NeueHaasGroteskText Std"/>
            </a:endParaRPr>
          </a:p>
        </p:txBody>
      </p:sp>
      <p:graphicFrame>
        <p:nvGraphicFramePr>
          <p:cNvPr id="29" name="Chart 28">
            <a:extLst>
              <a:ext uri="{FF2B5EF4-FFF2-40B4-BE49-F238E27FC236}">
                <a16:creationId xmlns:a16="http://schemas.microsoft.com/office/drawing/2014/main" id="{E420EB13-97BF-6B14-D136-D73ADE94EA05}"/>
              </a:ext>
            </a:extLst>
          </p:cNvPr>
          <p:cNvGraphicFramePr/>
          <p:nvPr/>
        </p:nvGraphicFramePr>
        <p:xfrm>
          <a:off x="4038600" y="1445568"/>
          <a:ext cx="4076700" cy="2946400"/>
        </p:xfrm>
        <a:graphic>
          <a:graphicData uri="http://schemas.openxmlformats.org/drawingml/2006/chart">
            <c:chart xmlns:c="http://schemas.openxmlformats.org/drawingml/2006/chart" xmlns:r="http://schemas.openxmlformats.org/officeDocument/2006/relationships" r:id="rId4"/>
          </a:graphicData>
        </a:graphic>
      </p:graphicFrame>
      <p:pic>
        <p:nvPicPr>
          <p:cNvPr id="30" name="Graphic 29" descr="Users with solid fill">
            <a:extLst>
              <a:ext uri="{FF2B5EF4-FFF2-40B4-BE49-F238E27FC236}">
                <a16:creationId xmlns:a16="http://schemas.microsoft.com/office/drawing/2014/main" id="{392B08AC-C469-C832-3B11-666DB51B63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0498" y="2347268"/>
            <a:ext cx="1128276" cy="1128276"/>
          </a:xfrm>
          <a:prstGeom prst="rect">
            <a:avLst/>
          </a:prstGeom>
        </p:spPr>
      </p:pic>
      <p:sp>
        <p:nvSpPr>
          <p:cNvPr id="31" name="TextBox 30">
            <a:extLst>
              <a:ext uri="{FF2B5EF4-FFF2-40B4-BE49-F238E27FC236}">
                <a16:creationId xmlns:a16="http://schemas.microsoft.com/office/drawing/2014/main" id="{24545AA7-9BDB-5379-A881-F20C2EF282E8}"/>
              </a:ext>
            </a:extLst>
          </p:cNvPr>
          <p:cNvSpPr txBox="1"/>
          <p:nvPr/>
        </p:nvSpPr>
        <p:spPr>
          <a:xfrm rot="21032366">
            <a:off x="5561011" y="1909448"/>
            <a:ext cx="1490984" cy="394039"/>
          </a:xfrm>
          <a:prstGeom prst="rect">
            <a:avLst/>
          </a:prstGeom>
          <a:noFill/>
        </p:spPr>
        <p:txBody>
          <a:bodyPr wrap="none" rtlCol="0">
            <a:prstTxWarp prst="textArchUp">
              <a:avLst>
                <a:gd name="adj" fmla="val 10653083"/>
              </a:avLst>
            </a:prstTxWarp>
            <a:spAutoFit/>
          </a:bodyPr>
          <a:lstStyle/>
          <a:p>
            <a:r>
              <a:rPr lang="en-US" sz="1400" b="1">
                <a:solidFill>
                  <a:schemeClr val="bg1"/>
                </a:solidFill>
                <a:latin typeface="Poppins" panose="00000500000000000000" pitchFamily="2" charset="0"/>
                <a:cs typeface="Poppins" panose="00000500000000000000" pitchFamily="2" charset="0"/>
              </a:rPr>
              <a:t>Priority</a:t>
            </a:r>
          </a:p>
        </p:txBody>
      </p:sp>
      <p:sp>
        <p:nvSpPr>
          <p:cNvPr id="32" name="TextBox 31">
            <a:extLst>
              <a:ext uri="{FF2B5EF4-FFF2-40B4-BE49-F238E27FC236}">
                <a16:creationId xmlns:a16="http://schemas.microsoft.com/office/drawing/2014/main" id="{E98A7BBF-BCE0-BB35-4607-E410E2D2AE3F}"/>
              </a:ext>
            </a:extLst>
          </p:cNvPr>
          <p:cNvSpPr txBox="1"/>
          <p:nvPr/>
        </p:nvSpPr>
        <p:spPr>
          <a:xfrm rot="1988453">
            <a:off x="5035077" y="3405691"/>
            <a:ext cx="1249060" cy="369332"/>
          </a:xfrm>
          <a:prstGeom prst="rect">
            <a:avLst/>
          </a:prstGeom>
          <a:noFill/>
        </p:spPr>
        <p:txBody>
          <a:bodyPr wrap="none" rtlCol="0">
            <a:prstTxWarp prst="textArchDown">
              <a:avLst/>
            </a:prstTxWarp>
            <a:spAutoFit/>
          </a:bodyPr>
          <a:lstStyle/>
          <a:p>
            <a:r>
              <a:rPr lang="en-US" sz="1400" b="1">
                <a:solidFill>
                  <a:schemeClr val="bg1"/>
                </a:solidFill>
                <a:latin typeface="Poppins" panose="00000500000000000000" pitchFamily="2" charset="0"/>
                <a:cs typeface="Poppins" panose="00000500000000000000" pitchFamily="2" charset="0"/>
              </a:rPr>
              <a:t>Alignment</a:t>
            </a:r>
          </a:p>
        </p:txBody>
      </p:sp>
      <p:sp>
        <p:nvSpPr>
          <p:cNvPr id="33" name="TextBox 32">
            <a:extLst>
              <a:ext uri="{FF2B5EF4-FFF2-40B4-BE49-F238E27FC236}">
                <a16:creationId xmlns:a16="http://schemas.microsoft.com/office/drawing/2014/main" id="{130FE5D5-CC34-B4E2-1B6F-E7E7D118A2AF}"/>
              </a:ext>
            </a:extLst>
          </p:cNvPr>
          <p:cNvSpPr txBox="1"/>
          <p:nvPr/>
        </p:nvSpPr>
        <p:spPr>
          <a:xfrm rot="16444600">
            <a:off x="6247479" y="2724566"/>
            <a:ext cx="1311734" cy="273381"/>
          </a:xfrm>
          <a:prstGeom prst="rect">
            <a:avLst/>
          </a:prstGeom>
          <a:noFill/>
        </p:spPr>
        <p:txBody>
          <a:bodyPr wrap="none" rtlCol="0">
            <a:prstTxWarp prst="textArchDown">
              <a:avLst/>
            </a:prstTxWarp>
            <a:spAutoFit/>
          </a:bodyPr>
          <a:lstStyle/>
          <a:p>
            <a:r>
              <a:rPr lang="en-US" sz="1400" b="1">
                <a:solidFill>
                  <a:srgbClr val="104226"/>
                </a:solidFill>
                <a:latin typeface="Poppins" panose="00000500000000000000" pitchFamily="2" charset="0"/>
                <a:cs typeface="Poppins" panose="00000500000000000000" pitchFamily="2" charset="0"/>
              </a:rPr>
              <a:t>Visibility</a:t>
            </a:r>
          </a:p>
        </p:txBody>
      </p:sp>
      <p:sp>
        <p:nvSpPr>
          <p:cNvPr id="34" name="Rectangle 33">
            <a:extLst>
              <a:ext uri="{FF2B5EF4-FFF2-40B4-BE49-F238E27FC236}">
                <a16:creationId xmlns:a16="http://schemas.microsoft.com/office/drawing/2014/main" id="{97EECDEA-A714-F92D-FC8D-87D84F1ED747}"/>
              </a:ext>
            </a:extLst>
          </p:cNvPr>
          <p:cNvSpPr/>
          <p:nvPr/>
        </p:nvSpPr>
        <p:spPr>
          <a:xfrm>
            <a:off x="2720301" y="3652048"/>
            <a:ext cx="1640203" cy="546303"/>
          </a:xfrm>
          <a:prstGeom prst="rect">
            <a:avLst/>
          </a:prstGeom>
          <a:solidFill>
            <a:srgbClr val="A7D4B9"/>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104226"/>
                </a:solidFill>
                <a:effectLst/>
                <a:uFillTx/>
                <a:latin typeface="Poppins Bold"/>
                <a:ea typeface="Poppins Bold"/>
                <a:cs typeface="Poppins Bold"/>
                <a:sym typeface="Poppins Bold"/>
              </a:rPr>
              <a:t>Week 2</a:t>
            </a:r>
          </a:p>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104226"/>
                </a:solidFill>
                <a:effectLst/>
                <a:uFillTx/>
                <a:latin typeface="Poppins Bold"/>
                <a:ea typeface="Poppins Bold"/>
                <a:cs typeface="Poppins Bold"/>
                <a:sym typeface="Poppins Bold"/>
              </a:rPr>
              <a:t>Executive Dashboard</a:t>
            </a:r>
          </a:p>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Stakeholder Brief</a:t>
            </a:r>
          </a:p>
        </p:txBody>
      </p:sp>
      <p:sp>
        <p:nvSpPr>
          <p:cNvPr id="36" name="Rectangle 35">
            <a:extLst>
              <a:ext uri="{FF2B5EF4-FFF2-40B4-BE49-F238E27FC236}">
                <a16:creationId xmlns:a16="http://schemas.microsoft.com/office/drawing/2014/main" id="{98F7FF08-F9BD-5E1E-43A8-3991C2ADE6F9}"/>
              </a:ext>
            </a:extLst>
          </p:cNvPr>
          <p:cNvSpPr/>
          <p:nvPr/>
        </p:nvSpPr>
        <p:spPr>
          <a:xfrm>
            <a:off x="854389" y="3644733"/>
            <a:ext cx="1640203" cy="546303"/>
          </a:xfrm>
          <a:prstGeom prst="rect">
            <a:avLst/>
          </a:prstGeom>
          <a:solidFill>
            <a:srgbClr val="A7D4B9"/>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Week 1</a:t>
            </a:r>
          </a:p>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Agenda Proposal</a:t>
            </a:r>
          </a:p>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(Sourcing Lead)</a:t>
            </a:r>
          </a:p>
        </p:txBody>
      </p:sp>
      <p:sp>
        <p:nvSpPr>
          <p:cNvPr id="38" name="Rectangle 37">
            <a:extLst>
              <a:ext uri="{FF2B5EF4-FFF2-40B4-BE49-F238E27FC236}">
                <a16:creationId xmlns:a16="http://schemas.microsoft.com/office/drawing/2014/main" id="{03037404-CF32-CF84-6AFF-4354BCD525A0}"/>
              </a:ext>
            </a:extLst>
          </p:cNvPr>
          <p:cNvSpPr/>
          <p:nvPr/>
        </p:nvSpPr>
        <p:spPr>
          <a:xfrm>
            <a:off x="9340449" y="3653679"/>
            <a:ext cx="1522973" cy="546303"/>
          </a:xfrm>
          <a:prstGeom prst="rect">
            <a:avLst/>
          </a:prstGeom>
          <a:solidFill>
            <a:srgbClr val="A7D4B9"/>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Week 4</a:t>
            </a:r>
          </a:p>
          <a:p>
            <a:pPr marL="0" marR="0" indent="0" algn="ctr"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104226"/>
                </a:solidFill>
                <a:effectLst/>
                <a:uFillTx/>
                <a:latin typeface="Poppins Bold"/>
                <a:ea typeface="Poppins Bold"/>
                <a:cs typeface="Poppins Bold"/>
                <a:sym typeface="Poppins Bold"/>
              </a:rPr>
              <a:t>Post Call Action</a:t>
            </a:r>
          </a:p>
          <a:p>
            <a:pPr marL="0" marR="0" indent="0" algn="ctr" defTabSz="1219168"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rgbClr val="104226"/>
              </a:solidFill>
              <a:effectLst/>
              <a:uFillTx/>
              <a:latin typeface="Poppins Bold"/>
              <a:ea typeface="Poppins Bold"/>
              <a:cs typeface="Poppins Bold"/>
              <a:sym typeface="Poppins Bold"/>
            </a:endParaRPr>
          </a:p>
        </p:txBody>
      </p:sp>
      <p:sp>
        <p:nvSpPr>
          <p:cNvPr id="39" name="Rectangle 38">
            <a:extLst>
              <a:ext uri="{FF2B5EF4-FFF2-40B4-BE49-F238E27FC236}">
                <a16:creationId xmlns:a16="http://schemas.microsoft.com/office/drawing/2014/main" id="{58835EBC-A1E7-8580-655F-4FF909130EA6}"/>
              </a:ext>
            </a:extLst>
          </p:cNvPr>
          <p:cNvSpPr/>
          <p:nvPr/>
        </p:nvSpPr>
        <p:spPr>
          <a:xfrm>
            <a:off x="7656706" y="3672597"/>
            <a:ext cx="1458034" cy="546303"/>
          </a:xfrm>
          <a:prstGeom prst="rect">
            <a:avLst/>
          </a:prstGeom>
          <a:solidFill>
            <a:srgbClr val="A7D4B9"/>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algn="ctr"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104226"/>
                </a:solidFill>
                <a:effectLst/>
                <a:uFillTx/>
                <a:latin typeface="Poppins Bold"/>
                <a:ea typeface="Poppins Bold"/>
                <a:cs typeface="Poppins Bold"/>
                <a:sym typeface="Poppins Bold"/>
              </a:rPr>
              <a:t>Week 3</a:t>
            </a:r>
          </a:p>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Meeting</a:t>
            </a:r>
          </a:p>
          <a:p>
            <a:pPr marL="0" marR="0" indent="0" algn="ctr" defTabSz="1219168" rtl="0" fontAlgn="auto" latinLnBrk="0" hangingPunct="0">
              <a:lnSpc>
                <a:spcPct val="100000"/>
              </a:lnSpc>
              <a:spcBef>
                <a:spcPts val="0"/>
              </a:spcBef>
              <a:spcAft>
                <a:spcPts val="0"/>
              </a:spcAft>
              <a:buClrTx/>
              <a:buSzTx/>
              <a:buFontTx/>
              <a:buNone/>
              <a:tabLst/>
            </a:pPr>
            <a:r>
              <a:rPr lang="en-US" sz="1100">
                <a:solidFill>
                  <a:srgbClr val="104226"/>
                </a:solidFill>
                <a:latin typeface="Poppins Bold"/>
                <a:ea typeface="Poppins Bold"/>
                <a:cs typeface="Poppins Bold"/>
                <a:sym typeface="Poppins Bold"/>
              </a:rPr>
              <a:t> </a:t>
            </a:r>
            <a:endParaRPr kumimoji="0" lang="en-US" sz="1100" b="0" i="0" u="none" strike="noStrike" cap="none" spc="0" normalizeH="0" baseline="0">
              <a:ln>
                <a:noFill/>
              </a:ln>
              <a:solidFill>
                <a:srgbClr val="104226"/>
              </a:solidFill>
              <a:effectLst/>
              <a:uFillTx/>
              <a:latin typeface="Poppins Bold"/>
              <a:ea typeface="Poppins Bold"/>
              <a:cs typeface="Poppins Bold"/>
              <a:sym typeface="Poppins Bold"/>
            </a:endParaRPr>
          </a:p>
        </p:txBody>
      </p:sp>
      <p:sp>
        <p:nvSpPr>
          <p:cNvPr id="6" name="Rectangle 5">
            <a:extLst>
              <a:ext uri="{FF2B5EF4-FFF2-40B4-BE49-F238E27FC236}">
                <a16:creationId xmlns:a16="http://schemas.microsoft.com/office/drawing/2014/main" id="{67CDE7D3-862F-D202-8876-0178F2F93443}"/>
              </a:ext>
            </a:extLst>
          </p:cNvPr>
          <p:cNvSpPr/>
          <p:nvPr/>
        </p:nvSpPr>
        <p:spPr>
          <a:xfrm>
            <a:off x="1233367" y="6270369"/>
            <a:ext cx="4739868" cy="377026"/>
          </a:xfrm>
          <a:prstGeom prst="rect">
            <a:avLst/>
          </a:prstGeom>
          <a:solidFill>
            <a:srgbClr val="E8EDF1"/>
          </a:solidFill>
          <a:ln w="25400" cap="flat">
            <a:solidFill>
              <a:srgbClr val="A7D4B9"/>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indent="0" defTabSz="1219168"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EC6726"/>
                </a:solidFill>
                <a:effectLst/>
                <a:uFillTx/>
                <a:latin typeface="Poppins Bold"/>
                <a:ea typeface="Poppins Bold"/>
                <a:cs typeface="Poppins Bold"/>
                <a:sym typeface="Poppins Bold"/>
              </a:rPr>
              <a:t>Week 3:</a:t>
            </a:r>
          </a:p>
          <a:p>
            <a:pPr marL="0" marR="0" indent="0" defTabSz="1219168" rtl="0" fontAlgn="auto" latinLnBrk="0" hangingPunct="0">
              <a:lnSpc>
                <a:spcPct val="100000"/>
              </a:lnSpc>
              <a:spcBef>
                <a:spcPts val="0"/>
              </a:spcBef>
              <a:spcAft>
                <a:spcPts val="0"/>
              </a:spcAft>
              <a:buClrTx/>
              <a:buSzTx/>
              <a:buFontTx/>
              <a:buNone/>
              <a:tabLst/>
            </a:pPr>
            <a:r>
              <a:rPr lang="en-US" sz="1100">
                <a:solidFill>
                  <a:srgbClr val="5E5E5E"/>
                </a:solidFill>
                <a:latin typeface="Poppins Bold"/>
                <a:ea typeface="Poppins Bold"/>
                <a:cs typeface="Poppins Bold"/>
                <a:sym typeface="Poppins Bold"/>
              </a:rPr>
              <a:t>Meeting – Every 3</a:t>
            </a:r>
            <a:r>
              <a:rPr lang="en-US" sz="1100" baseline="30000">
                <a:solidFill>
                  <a:srgbClr val="5E5E5E"/>
                </a:solidFill>
                <a:latin typeface="Poppins Bold"/>
                <a:ea typeface="Poppins Bold"/>
                <a:cs typeface="Poppins Bold"/>
                <a:sym typeface="Poppins Bold"/>
              </a:rPr>
              <a:t>rd</a:t>
            </a:r>
            <a:r>
              <a:rPr lang="en-US" sz="1100">
                <a:solidFill>
                  <a:srgbClr val="5E5E5E"/>
                </a:solidFill>
                <a:latin typeface="Poppins Bold"/>
                <a:ea typeface="Poppins Bold"/>
                <a:cs typeface="Poppins Bold"/>
                <a:sym typeface="Poppins Bold"/>
              </a:rPr>
              <a:t>  week of the month</a:t>
            </a:r>
          </a:p>
        </p:txBody>
      </p:sp>
    </p:spTree>
    <p:extLst>
      <p:ext uri="{BB962C8B-B14F-4D97-AF65-F5344CB8AC3E}">
        <p14:creationId xmlns:p14="http://schemas.microsoft.com/office/powerpoint/2010/main" val="2631552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18C5CFA7-612E-D87B-4DE9-5110FE624B33}"/>
            </a:ext>
          </a:extLst>
        </p:cNvPr>
        <p:cNvGrpSpPr/>
        <p:nvPr/>
      </p:nvGrpSpPr>
      <p:grpSpPr>
        <a:xfrm>
          <a:off x="0" y="0"/>
          <a:ext cx="0" cy="0"/>
          <a:chOff x="0" y="0"/>
          <a:chExt cx="0" cy="0"/>
        </a:xfrm>
      </p:grpSpPr>
      <p:sp>
        <p:nvSpPr>
          <p:cNvPr id="296" name="Product Segments">
            <a:extLst>
              <a:ext uri="{FF2B5EF4-FFF2-40B4-BE49-F238E27FC236}">
                <a16:creationId xmlns:a16="http://schemas.microsoft.com/office/drawing/2014/main" id="{B907A9E5-E7C9-FA53-608C-B3234570FF4B}"/>
              </a:ext>
            </a:extLst>
          </p:cNvPr>
          <p:cNvSpPr txBox="1">
            <a:spLocks noGrp="1"/>
          </p:cNvSpPr>
          <p:nvPr>
            <p:ph type="ctrTitle"/>
          </p:nvPr>
        </p:nvSpPr>
        <p:spPr>
          <a:xfrm>
            <a:off x="2128789" y="122845"/>
            <a:ext cx="7934421" cy="649456"/>
          </a:xfrm>
          <a:prstGeom prst="rect">
            <a:avLst/>
          </a:prstGeom>
        </p:spPr>
        <p:txBody>
          <a:bodyPr>
            <a:normAutofit/>
          </a:bodyPr>
          <a:lstStyle>
            <a:lvl1pPr algn="ctr">
              <a:defRPr sz="3000" spc="-111"/>
            </a:lvl1pPr>
          </a:lstStyle>
          <a:p>
            <a:pPr defTabSz="1194907" hangingPunct="0"/>
            <a:r>
              <a:rPr lang="en-US" b="1" spc="-102">
                <a:solidFill>
                  <a:srgbClr val="104226"/>
                </a:solidFill>
                <a:latin typeface="Poppins" panose="00000500000000000000" pitchFamily="2" charset="-18"/>
                <a:cs typeface="Poppins" panose="00000500000000000000" pitchFamily="2" charset="-18"/>
              </a:rPr>
              <a:t>Stage 2  Template - Potential Suppliers</a:t>
            </a:r>
            <a:endParaRPr b="1" spc="-102">
              <a:solidFill>
                <a:srgbClr val="104226"/>
              </a:solidFill>
              <a:latin typeface="Poppins" panose="00000500000000000000" pitchFamily="2" charset="-18"/>
              <a:cs typeface="Poppins" panose="00000500000000000000" pitchFamily="2" charset="-18"/>
            </a:endParaRPr>
          </a:p>
        </p:txBody>
      </p:sp>
      <p:sp>
        <p:nvSpPr>
          <p:cNvPr id="4" name="TextBox 3">
            <a:extLst>
              <a:ext uri="{FF2B5EF4-FFF2-40B4-BE49-F238E27FC236}">
                <a16:creationId xmlns:a16="http://schemas.microsoft.com/office/drawing/2014/main" id="{6C56AFBD-09E6-7FDD-5F68-ED68BCD163A5}"/>
              </a:ext>
            </a:extLst>
          </p:cNvPr>
          <p:cNvSpPr txBox="1"/>
          <p:nvPr/>
        </p:nvSpPr>
        <p:spPr>
          <a:xfrm>
            <a:off x="312485" y="1016914"/>
            <a:ext cx="5722531" cy="16880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Company Details: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Manufacturing Site</a:t>
            </a: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Company Revenue</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Contract Type</a:t>
            </a: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Notes</a:t>
            </a:r>
            <a:endParaRPr lang="en-US" sz="1100">
              <a:solidFill>
                <a:srgbClr val="5E5E5E"/>
              </a:solidFill>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panose="00000500000000000000" pitchFamily="2" charset="0"/>
              <a:ea typeface="Poppins Bold"/>
              <a:cs typeface="Poppins" panose="00000500000000000000" pitchFamily="2" charset="0"/>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 name="TextBox 25">
            <a:extLst>
              <a:ext uri="{FF2B5EF4-FFF2-40B4-BE49-F238E27FC236}">
                <a16:creationId xmlns:a16="http://schemas.microsoft.com/office/drawing/2014/main" id="{7BFDAE80-A260-205A-DFC1-857DA651A0EF}"/>
              </a:ext>
            </a:extLst>
          </p:cNvPr>
          <p:cNvSpPr txBox="1"/>
          <p:nvPr/>
        </p:nvSpPr>
        <p:spPr>
          <a:xfrm>
            <a:off x="10063210" y="105119"/>
            <a:ext cx="2006870" cy="377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Sourcing Lead:</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Date:</a:t>
            </a:r>
          </a:p>
        </p:txBody>
      </p:sp>
      <p:cxnSp>
        <p:nvCxnSpPr>
          <p:cNvPr id="5" name="Straight Connector 4">
            <a:extLst>
              <a:ext uri="{FF2B5EF4-FFF2-40B4-BE49-F238E27FC236}">
                <a16:creationId xmlns:a16="http://schemas.microsoft.com/office/drawing/2014/main" id="{3482221B-A2CD-B147-7A06-426A96F5C35A}"/>
              </a:ext>
            </a:extLst>
          </p:cNvPr>
          <p:cNvCxnSpPr>
            <a:cxnSpLocks/>
          </p:cNvCxnSpPr>
          <p:nvPr/>
        </p:nvCxnSpPr>
        <p:spPr>
          <a:xfrm>
            <a:off x="6095999" y="1285875"/>
            <a:ext cx="0" cy="5210175"/>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46B1FC76-6F87-4ECF-BE9C-CF41755870F3}"/>
              </a:ext>
            </a:extLst>
          </p:cNvPr>
          <p:cNvSpPr txBox="1"/>
          <p:nvPr/>
        </p:nvSpPr>
        <p:spPr>
          <a:xfrm>
            <a:off x="6156975" y="1058706"/>
            <a:ext cx="5818349" cy="16084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Quote Details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Include the unit cos</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MOQ</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Lead time</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11" name="TextBox 10">
            <a:extLst>
              <a:ext uri="{FF2B5EF4-FFF2-40B4-BE49-F238E27FC236}">
                <a16:creationId xmlns:a16="http://schemas.microsoft.com/office/drawing/2014/main" id="{DEC5AAB0-EE0F-6DC8-6079-D1697CA8C525}"/>
              </a:ext>
            </a:extLst>
          </p:cNvPr>
          <p:cNvSpPr txBox="1"/>
          <p:nvPr/>
        </p:nvSpPr>
        <p:spPr>
          <a:xfrm>
            <a:off x="226220" y="4705255"/>
            <a:ext cx="5722527" cy="17935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BU Samples Review:</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 name="Rectangle: Rounded Corners 1">
            <a:extLst>
              <a:ext uri="{FF2B5EF4-FFF2-40B4-BE49-F238E27FC236}">
                <a16:creationId xmlns:a16="http://schemas.microsoft.com/office/drawing/2014/main" id="{897C1059-7187-B6DB-BB89-31CF6AEB5F76}"/>
              </a:ext>
            </a:extLst>
          </p:cNvPr>
          <p:cNvSpPr/>
          <p:nvPr/>
        </p:nvSpPr>
        <p:spPr>
          <a:xfrm>
            <a:off x="10277863" y="451111"/>
            <a:ext cx="1208743" cy="451187"/>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C6726"/>
                </a:solidFill>
                <a:effectLst/>
                <a:uLnTx/>
                <a:uFillTx/>
                <a:latin typeface="Poppins Bold"/>
                <a:ea typeface="Poppins Bold"/>
                <a:cs typeface="Poppins Bold"/>
              </a:rPr>
              <a:t>Potential</a:t>
            </a:r>
            <a:endParaRPr lang="en-US" sz="1200" b="1">
              <a:solidFill>
                <a:srgbClr val="EC6726"/>
              </a:solidFill>
              <a:latin typeface="Poppins Bold"/>
              <a:ea typeface="Poppins Bold"/>
              <a:cs typeface="Poppins Bold"/>
            </a:endParaRPr>
          </a:p>
          <a:p>
            <a:pPr marL="0" marR="0" lvl="0" indent="0" algn="ctr" defTabSz="1219168" rtl="0" eaLnBrk="1" fontAlgn="auto" latinLnBrk="0" hangingPunct="1">
              <a:lnSpc>
                <a:spcPct val="100000"/>
              </a:lnSpc>
              <a:spcBef>
                <a:spcPts val="0"/>
              </a:spcBef>
              <a:spcAft>
                <a:spcPts val="0"/>
              </a:spcAft>
              <a:buClrTx/>
              <a:buSzTx/>
              <a:buFontTx/>
              <a:buNone/>
              <a:tabLst/>
              <a:defRPr/>
            </a:pPr>
            <a:r>
              <a:rPr lang="en-US" sz="1200" b="1">
                <a:solidFill>
                  <a:srgbClr val="EC6726"/>
                </a:solidFill>
                <a:latin typeface="Poppins Bold"/>
                <a:ea typeface="Poppins Bold"/>
                <a:cs typeface="Poppins Bold"/>
              </a:rPr>
              <a:t>Supplier</a:t>
            </a:r>
            <a:endParaRPr kumimoji="0" lang="en-US" sz="1200" b="1" i="0" u="none" strike="noStrike" kern="1200" cap="none" spc="0" normalizeH="0" baseline="0" noProof="0">
              <a:ln>
                <a:noFill/>
              </a:ln>
              <a:solidFill>
                <a:srgbClr val="EC6726"/>
              </a:solidFill>
              <a:effectLst/>
              <a:uLnTx/>
              <a:uFillTx/>
              <a:latin typeface="Poppins Bold"/>
              <a:ea typeface="Poppins Bold"/>
              <a:cs typeface="Poppins Bold"/>
            </a:endParaRPr>
          </a:p>
        </p:txBody>
      </p:sp>
      <p:sp>
        <p:nvSpPr>
          <p:cNvPr id="3" name="Freeform: Shape 2">
            <a:extLst>
              <a:ext uri="{FF2B5EF4-FFF2-40B4-BE49-F238E27FC236}">
                <a16:creationId xmlns:a16="http://schemas.microsoft.com/office/drawing/2014/main" id="{0B2C86D5-FA36-0CA7-2BCA-0BA6D998FB73}"/>
              </a:ext>
            </a:extLst>
          </p:cNvPr>
          <p:cNvSpPr/>
          <p:nvPr/>
        </p:nvSpPr>
        <p:spPr>
          <a:xfrm>
            <a:off x="10063210" y="460661"/>
            <a:ext cx="429306" cy="432088"/>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6" name="Product Segments">
            <a:extLst>
              <a:ext uri="{FF2B5EF4-FFF2-40B4-BE49-F238E27FC236}">
                <a16:creationId xmlns:a16="http://schemas.microsoft.com/office/drawing/2014/main" id="{8DBB52DF-A803-AB6E-F098-3D5197BDFEE1}"/>
              </a:ext>
            </a:extLst>
          </p:cNvPr>
          <p:cNvSpPr txBox="1">
            <a:spLocks/>
          </p:cNvSpPr>
          <p:nvPr/>
        </p:nvSpPr>
        <p:spPr>
          <a:xfrm>
            <a:off x="2128788" y="6362689"/>
            <a:ext cx="7934421" cy="32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9050" tIns="19050" rIns="19050" bIns="19050" anchor="b">
            <a:normAutofit/>
          </a:bodyPr>
          <a:lstStyle>
            <a:lvl1pPr marL="0" marR="0" indent="0" algn="ctr" defTabSz="1219168" rtl="0" latinLnBrk="0">
              <a:lnSpc>
                <a:spcPct val="80000"/>
              </a:lnSpc>
              <a:spcBef>
                <a:spcPts val="0"/>
              </a:spcBef>
              <a:spcAft>
                <a:spcPts val="0"/>
              </a:spcAft>
              <a:buClrTx/>
              <a:buSzTx/>
              <a:buFontTx/>
              <a:buNone/>
              <a:tabLst/>
              <a:defRPr sz="3000" b="0" i="0" u="none" strike="noStrike" cap="none" spc="-111" baseline="0">
                <a:solidFill>
                  <a:srgbClr val="244931"/>
                </a:solidFill>
                <a:uFillTx/>
                <a:latin typeface="Poppins Bold"/>
                <a:ea typeface="Poppins Bold"/>
                <a:cs typeface="Poppins Bold"/>
                <a:sym typeface="Poppins Bold"/>
              </a:defRPr>
            </a:lvl1pPr>
            <a:lvl2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2pPr>
            <a:lvl3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3pPr>
            <a:lvl4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4pPr>
            <a:lvl5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5pPr>
            <a:lvl6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6pPr>
            <a:lvl7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7pPr>
            <a:lvl8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8pPr>
            <a:lvl9pPr marL="0" marR="0" indent="0" algn="l" defTabSz="1219168" rtl="0" latinLnBrk="0">
              <a:lnSpc>
                <a:spcPct val="80000"/>
              </a:lnSpc>
              <a:spcBef>
                <a:spcPts val="0"/>
              </a:spcBef>
              <a:spcAft>
                <a:spcPts val="0"/>
              </a:spcAft>
              <a:buClrTx/>
              <a:buSzTx/>
              <a:buFontTx/>
              <a:buNone/>
              <a:tabLst/>
              <a:defRPr sz="5600" b="0" i="0" u="none" strike="noStrike" cap="none" spc="-112" baseline="0">
                <a:solidFill>
                  <a:srgbClr val="244931"/>
                </a:solidFill>
                <a:uFillTx/>
                <a:latin typeface="Poppins Bold"/>
                <a:ea typeface="Poppins Bold"/>
                <a:cs typeface="Poppins Bold"/>
                <a:sym typeface="Poppins Bold"/>
              </a:defRPr>
            </a:lvl9pPr>
          </a:lstStyle>
          <a:p>
            <a:pPr defTabSz="1194907" hangingPunct="0"/>
            <a:r>
              <a:rPr lang="en-US" sz="1400" kern="0" spc="-102">
                <a:solidFill>
                  <a:srgbClr val="104226"/>
                </a:solidFill>
                <a:latin typeface="Poppins" panose="00000500000000000000" pitchFamily="2" charset="-18"/>
                <a:cs typeface="Poppins" panose="00000500000000000000" pitchFamily="2" charset="-18"/>
              </a:rPr>
              <a:t>Note: One slide per supplier may be presented at this stage</a:t>
            </a:r>
          </a:p>
        </p:txBody>
      </p:sp>
      <p:sp>
        <p:nvSpPr>
          <p:cNvPr id="7" name="TextBox 6">
            <a:extLst>
              <a:ext uri="{FF2B5EF4-FFF2-40B4-BE49-F238E27FC236}">
                <a16:creationId xmlns:a16="http://schemas.microsoft.com/office/drawing/2014/main" id="{62A44886-A6BA-6E2A-5DF3-11F70B9DC821}"/>
              </a:ext>
            </a:extLst>
          </p:cNvPr>
          <p:cNvSpPr txBox="1"/>
          <p:nvPr/>
        </p:nvSpPr>
        <p:spPr>
          <a:xfrm>
            <a:off x="6156975" y="3960820"/>
            <a:ext cx="5579777" cy="23606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Business case  </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Include Countries</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Revenue</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Unit cost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Freight cost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GM%</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cxnSp>
        <p:nvCxnSpPr>
          <p:cNvPr id="19" name="Straight Connector 18">
            <a:extLst>
              <a:ext uri="{FF2B5EF4-FFF2-40B4-BE49-F238E27FC236}">
                <a16:creationId xmlns:a16="http://schemas.microsoft.com/office/drawing/2014/main" id="{504208B1-20F0-7532-94D4-A1CA27DF8C13}"/>
              </a:ext>
            </a:extLst>
          </p:cNvPr>
          <p:cNvCxnSpPr>
            <a:cxnSpLocks/>
          </p:cNvCxnSpPr>
          <p:nvPr/>
        </p:nvCxnSpPr>
        <p:spPr>
          <a:xfrm>
            <a:off x="147705" y="3018255"/>
            <a:ext cx="5844495" cy="26369"/>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3E67BC23-6868-9503-D891-93AFBC1FD6BC}"/>
              </a:ext>
            </a:extLst>
          </p:cNvPr>
          <p:cNvCxnSpPr>
            <a:cxnSpLocks/>
          </p:cNvCxnSpPr>
          <p:nvPr/>
        </p:nvCxnSpPr>
        <p:spPr>
          <a:xfrm>
            <a:off x="167109" y="4572605"/>
            <a:ext cx="5844495" cy="26369"/>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8C81EBA5-F9DF-2088-F6A3-3488AC4F80F6}"/>
              </a:ext>
            </a:extLst>
          </p:cNvPr>
          <p:cNvSpPr txBox="1"/>
          <p:nvPr/>
        </p:nvSpPr>
        <p:spPr>
          <a:xfrm>
            <a:off x="154818" y="3225174"/>
            <a:ext cx="5837380" cy="8474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Outside China Suppliers Evaluated</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cxnSp>
        <p:nvCxnSpPr>
          <p:cNvPr id="24" name="Straight Connector 23">
            <a:extLst>
              <a:ext uri="{FF2B5EF4-FFF2-40B4-BE49-F238E27FC236}">
                <a16:creationId xmlns:a16="http://schemas.microsoft.com/office/drawing/2014/main" id="{050F3BC8-7B4F-6EAE-A25E-9D6389FDA934}"/>
              </a:ext>
            </a:extLst>
          </p:cNvPr>
          <p:cNvCxnSpPr>
            <a:cxnSpLocks/>
          </p:cNvCxnSpPr>
          <p:nvPr/>
        </p:nvCxnSpPr>
        <p:spPr>
          <a:xfrm>
            <a:off x="6156975" y="3780352"/>
            <a:ext cx="5844495" cy="26369"/>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23113918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F081BDC1-90DA-6B22-661B-1CC9278E935A}"/>
            </a:ext>
          </a:extLst>
        </p:cNvPr>
        <p:cNvGrpSpPr/>
        <p:nvPr/>
      </p:nvGrpSpPr>
      <p:grpSpPr>
        <a:xfrm>
          <a:off x="0" y="0"/>
          <a:ext cx="0" cy="0"/>
          <a:chOff x="0" y="0"/>
          <a:chExt cx="0" cy="0"/>
        </a:xfrm>
      </p:grpSpPr>
      <p:sp>
        <p:nvSpPr>
          <p:cNvPr id="296" name="Product Segments">
            <a:extLst>
              <a:ext uri="{FF2B5EF4-FFF2-40B4-BE49-F238E27FC236}">
                <a16:creationId xmlns:a16="http://schemas.microsoft.com/office/drawing/2014/main" id="{4587136A-3033-DD03-200A-F38251FE0A22}"/>
              </a:ext>
            </a:extLst>
          </p:cNvPr>
          <p:cNvSpPr txBox="1">
            <a:spLocks noGrp="1"/>
          </p:cNvSpPr>
          <p:nvPr>
            <p:ph type="ctrTitle"/>
          </p:nvPr>
        </p:nvSpPr>
        <p:spPr>
          <a:xfrm>
            <a:off x="2128789" y="122845"/>
            <a:ext cx="7934421" cy="649456"/>
          </a:xfrm>
          <a:prstGeom prst="rect">
            <a:avLst/>
          </a:prstGeom>
        </p:spPr>
        <p:txBody>
          <a:bodyPr>
            <a:normAutofit/>
          </a:bodyPr>
          <a:lstStyle>
            <a:lvl1pPr algn="ctr">
              <a:defRPr sz="3000" spc="-111"/>
            </a:lvl1pPr>
          </a:lstStyle>
          <a:p>
            <a:pPr defTabSz="1194907" hangingPunct="0"/>
            <a:r>
              <a:rPr lang="en-US" b="1" spc="-102">
                <a:solidFill>
                  <a:srgbClr val="104226"/>
                </a:solidFill>
                <a:latin typeface="Poppins" panose="00000500000000000000" pitchFamily="2" charset="-18"/>
                <a:cs typeface="Poppins" panose="00000500000000000000" pitchFamily="2" charset="-18"/>
              </a:rPr>
              <a:t>Stage 3 Template  - Suppliers Selection</a:t>
            </a:r>
            <a:endParaRPr b="1" spc="-102">
              <a:solidFill>
                <a:srgbClr val="104226"/>
              </a:solidFill>
              <a:latin typeface="Poppins" panose="00000500000000000000" pitchFamily="2" charset="-18"/>
              <a:cs typeface="Poppins" panose="00000500000000000000" pitchFamily="2" charset="-18"/>
            </a:endParaRPr>
          </a:p>
        </p:txBody>
      </p:sp>
      <p:sp>
        <p:nvSpPr>
          <p:cNvPr id="4" name="TextBox 3">
            <a:extLst>
              <a:ext uri="{FF2B5EF4-FFF2-40B4-BE49-F238E27FC236}">
                <a16:creationId xmlns:a16="http://schemas.microsoft.com/office/drawing/2014/main" id="{3DD35D52-7853-C436-7229-BDC5F6723C9B}"/>
              </a:ext>
            </a:extLst>
          </p:cNvPr>
          <p:cNvSpPr txBox="1"/>
          <p:nvPr/>
        </p:nvSpPr>
        <p:spPr>
          <a:xfrm>
            <a:off x="366671" y="983048"/>
            <a:ext cx="2931939" cy="28026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Company Details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Manufacturing Site</a:t>
            </a: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Company Revenue</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Contract Type</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rPr>
              <a:t>Notes</a:t>
            </a: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panose="00000500000000000000" pitchFamily="2" charset="0"/>
              <a:ea typeface="Poppins Bold"/>
              <a:cs typeface="Poppins" panose="00000500000000000000" pitchFamily="2" charset="0"/>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 name="TextBox 25">
            <a:extLst>
              <a:ext uri="{FF2B5EF4-FFF2-40B4-BE49-F238E27FC236}">
                <a16:creationId xmlns:a16="http://schemas.microsoft.com/office/drawing/2014/main" id="{5638FD04-AA44-98B8-C692-D2C1759BFCDA}"/>
              </a:ext>
            </a:extLst>
          </p:cNvPr>
          <p:cNvSpPr txBox="1"/>
          <p:nvPr/>
        </p:nvSpPr>
        <p:spPr>
          <a:xfrm>
            <a:off x="10063210" y="105119"/>
            <a:ext cx="2006870" cy="377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Sourcing Lead:</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Date:</a:t>
            </a:r>
          </a:p>
        </p:txBody>
      </p:sp>
      <p:cxnSp>
        <p:nvCxnSpPr>
          <p:cNvPr id="5" name="Straight Connector 4">
            <a:extLst>
              <a:ext uri="{FF2B5EF4-FFF2-40B4-BE49-F238E27FC236}">
                <a16:creationId xmlns:a16="http://schemas.microsoft.com/office/drawing/2014/main" id="{F62AE6E3-3812-D6DC-1265-3138384F4DAC}"/>
              </a:ext>
            </a:extLst>
          </p:cNvPr>
          <p:cNvCxnSpPr>
            <a:cxnSpLocks/>
          </p:cNvCxnSpPr>
          <p:nvPr/>
        </p:nvCxnSpPr>
        <p:spPr>
          <a:xfrm>
            <a:off x="3352799" y="1194058"/>
            <a:ext cx="0" cy="5210175"/>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cxnSp>
        <p:nvCxnSpPr>
          <p:cNvPr id="8" name="Straight Connector 7">
            <a:extLst>
              <a:ext uri="{FF2B5EF4-FFF2-40B4-BE49-F238E27FC236}">
                <a16:creationId xmlns:a16="http://schemas.microsoft.com/office/drawing/2014/main" id="{849AD934-0345-5096-356E-C646121716F5}"/>
              </a:ext>
            </a:extLst>
          </p:cNvPr>
          <p:cNvCxnSpPr/>
          <p:nvPr/>
        </p:nvCxnSpPr>
        <p:spPr>
          <a:xfrm>
            <a:off x="312487" y="3819525"/>
            <a:ext cx="11567026" cy="0"/>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C2BCA40-3FFF-E157-B4C7-47606C4807B1}"/>
              </a:ext>
            </a:extLst>
          </p:cNvPr>
          <p:cNvSpPr txBox="1"/>
          <p:nvPr/>
        </p:nvSpPr>
        <p:spPr>
          <a:xfrm>
            <a:off x="3435091" y="1052196"/>
            <a:ext cx="4218432" cy="27022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Quote Details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Include the unit cost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MOQ</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Lead time</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11" name="TextBox 10">
            <a:extLst>
              <a:ext uri="{FF2B5EF4-FFF2-40B4-BE49-F238E27FC236}">
                <a16:creationId xmlns:a16="http://schemas.microsoft.com/office/drawing/2014/main" id="{01C0F1F8-B958-8D47-9A64-8B6CB1A31B1C}"/>
              </a:ext>
            </a:extLst>
          </p:cNvPr>
          <p:cNvSpPr txBox="1"/>
          <p:nvPr/>
        </p:nvSpPr>
        <p:spPr>
          <a:xfrm>
            <a:off x="366671" y="3884586"/>
            <a:ext cx="2931938" cy="23606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Samples Review</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12" name="TextBox 11">
            <a:extLst>
              <a:ext uri="{FF2B5EF4-FFF2-40B4-BE49-F238E27FC236}">
                <a16:creationId xmlns:a16="http://schemas.microsoft.com/office/drawing/2014/main" id="{9AB2857F-93AA-AC53-A7EA-C7529E7C296C}"/>
              </a:ext>
            </a:extLst>
          </p:cNvPr>
          <p:cNvSpPr txBox="1"/>
          <p:nvPr/>
        </p:nvSpPr>
        <p:spPr>
          <a:xfrm>
            <a:off x="3484503" y="3924299"/>
            <a:ext cx="4169020" cy="23606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Business case  </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Include Countries</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Revenue</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Unit cost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Freight cost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GM%</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cxnSp>
        <p:nvCxnSpPr>
          <p:cNvPr id="2" name="Straight Connector 1">
            <a:extLst>
              <a:ext uri="{FF2B5EF4-FFF2-40B4-BE49-F238E27FC236}">
                <a16:creationId xmlns:a16="http://schemas.microsoft.com/office/drawing/2014/main" id="{84C3BEDA-7652-B4D1-D4A1-69292A9D875E}"/>
              </a:ext>
            </a:extLst>
          </p:cNvPr>
          <p:cNvCxnSpPr>
            <a:cxnSpLocks/>
          </p:cNvCxnSpPr>
          <p:nvPr/>
        </p:nvCxnSpPr>
        <p:spPr>
          <a:xfrm>
            <a:off x="7739064" y="1236838"/>
            <a:ext cx="0" cy="5210175"/>
          </a:xfrm>
          <a:prstGeom prst="line">
            <a:avLst/>
          </a:prstGeom>
          <a:noFill/>
          <a:ln w="25400" cap="flat">
            <a:solidFill>
              <a:srgbClr val="A7D4B9"/>
            </a:solidFill>
            <a:prstDash val="solid"/>
            <a:round/>
          </a:ln>
          <a:effectLst/>
          <a:sp3d/>
        </p:spPr>
        <p:style>
          <a:lnRef idx="0">
            <a:scrgbClr r="0" g="0" b="0"/>
          </a:lnRef>
          <a:fillRef idx="0">
            <a:scrgbClr r="0" g="0" b="0"/>
          </a:fillRef>
          <a:effectRef idx="0">
            <a:scrgbClr r="0" g="0" b="0"/>
          </a:effectRef>
          <a:fontRef idx="none"/>
        </p:style>
      </p:cxnSp>
      <p:sp>
        <p:nvSpPr>
          <p:cNvPr id="3" name="TextBox 2">
            <a:extLst>
              <a:ext uri="{FF2B5EF4-FFF2-40B4-BE49-F238E27FC236}">
                <a16:creationId xmlns:a16="http://schemas.microsoft.com/office/drawing/2014/main" id="{B3EF83D4-21CC-39CC-D05C-46989CCE541D}"/>
              </a:ext>
            </a:extLst>
          </p:cNvPr>
          <p:cNvSpPr txBox="1"/>
          <p:nvPr/>
        </p:nvSpPr>
        <p:spPr>
          <a:xfrm>
            <a:off x="7824602" y="1012471"/>
            <a:ext cx="4054906" cy="27022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R&amp;D Testing and patent review results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 name="TextBox 5">
            <a:extLst>
              <a:ext uri="{FF2B5EF4-FFF2-40B4-BE49-F238E27FC236}">
                <a16:creationId xmlns:a16="http://schemas.microsoft.com/office/drawing/2014/main" id="{1F111F9F-C122-D084-F954-728F45451A9C}"/>
              </a:ext>
            </a:extLst>
          </p:cNvPr>
          <p:cNvSpPr txBox="1"/>
          <p:nvPr/>
        </p:nvSpPr>
        <p:spPr>
          <a:xfrm>
            <a:off x="7824602" y="3902066"/>
            <a:ext cx="3362325" cy="25227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C6726"/>
                </a:solidFill>
                <a:effectLst/>
                <a:uLnTx/>
                <a:uFillTx/>
                <a:latin typeface="Poppins Bold"/>
                <a:ea typeface="Poppins Bold"/>
                <a:cs typeface="Poppins Bold"/>
                <a:sym typeface="Poppins Bold"/>
              </a:rPr>
              <a:t>Quality Audit results</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7" name="Rectangle: Rounded Corners 6">
            <a:extLst>
              <a:ext uri="{FF2B5EF4-FFF2-40B4-BE49-F238E27FC236}">
                <a16:creationId xmlns:a16="http://schemas.microsoft.com/office/drawing/2014/main" id="{1B29BE51-84CE-EDB9-ADFA-7E9034EAA73A}"/>
              </a:ext>
            </a:extLst>
          </p:cNvPr>
          <p:cNvSpPr/>
          <p:nvPr/>
        </p:nvSpPr>
        <p:spPr>
          <a:xfrm>
            <a:off x="10277863" y="451111"/>
            <a:ext cx="1208743" cy="451187"/>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1">
              <a:lnSpc>
                <a:spcPct val="100000"/>
              </a:lnSpc>
              <a:spcBef>
                <a:spcPts val="0"/>
              </a:spcBef>
              <a:spcAft>
                <a:spcPts val="0"/>
              </a:spcAft>
              <a:buClrTx/>
              <a:buSzTx/>
              <a:buFontTx/>
              <a:buNone/>
              <a:tabLst/>
              <a:defRPr/>
            </a:pPr>
            <a:r>
              <a:rPr lang="en-US" sz="1200" b="1">
                <a:solidFill>
                  <a:srgbClr val="EC6726"/>
                </a:solidFill>
                <a:latin typeface="Poppins Bold"/>
                <a:ea typeface="Poppins Bold"/>
                <a:cs typeface="Poppins Bold"/>
              </a:rPr>
              <a:t>Supplier Selection</a:t>
            </a:r>
          </a:p>
        </p:txBody>
      </p:sp>
      <p:sp>
        <p:nvSpPr>
          <p:cNvPr id="10" name="Freeform: Shape 9">
            <a:extLst>
              <a:ext uri="{FF2B5EF4-FFF2-40B4-BE49-F238E27FC236}">
                <a16:creationId xmlns:a16="http://schemas.microsoft.com/office/drawing/2014/main" id="{C8CC997C-B01E-1C2D-871A-CE489A20272D}"/>
              </a:ext>
            </a:extLst>
          </p:cNvPr>
          <p:cNvSpPr/>
          <p:nvPr/>
        </p:nvSpPr>
        <p:spPr>
          <a:xfrm>
            <a:off x="10063210" y="460661"/>
            <a:ext cx="429306" cy="432088"/>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230670277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3D12FB33-9285-CAAC-5AEA-C9D12020629D}"/>
            </a:ext>
          </a:extLst>
        </p:cNvPr>
        <p:cNvGrpSpPr/>
        <p:nvPr/>
      </p:nvGrpSpPr>
      <p:grpSpPr>
        <a:xfrm>
          <a:off x="0" y="0"/>
          <a:ext cx="0" cy="0"/>
          <a:chOff x="0" y="0"/>
          <a:chExt cx="0" cy="0"/>
        </a:xfrm>
      </p:grpSpPr>
      <p:sp>
        <p:nvSpPr>
          <p:cNvPr id="296" name="Product Segments">
            <a:extLst>
              <a:ext uri="{FF2B5EF4-FFF2-40B4-BE49-F238E27FC236}">
                <a16:creationId xmlns:a16="http://schemas.microsoft.com/office/drawing/2014/main" id="{40A25AB2-1792-70F1-4543-D8712DCFBC37}"/>
              </a:ext>
            </a:extLst>
          </p:cNvPr>
          <p:cNvSpPr txBox="1">
            <a:spLocks noGrp="1"/>
          </p:cNvSpPr>
          <p:nvPr>
            <p:ph type="ctrTitle"/>
          </p:nvPr>
        </p:nvSpPr>
        <p:spPr>
          <a:xfrm>
            <a:off x="2128789" y="122845"/>
            <a:ext cx="7934421" cy="649456"/>
          </a:xfrm>
          <a:prstGeom prst="rect">
            <a:avLst/>
          </a:prstGeom>
        </p:spPr>
        <p:txBody>
          <a:bodyPr>
            <a:normAutofit fontScale="90000"/>
          </a:bodyPr>
          <a:lstStyle>
            <a:lvl1pPr algn="ctr">
              <a:defRPr sz="3000" spc="-111"/>
            </a:lvl1pPr>
          </a:lstStyle>
          <a:p>
            <a:pPr defTabSz="1194907" hangingPunct="0"/>
            <a:r>
              <a:rPr lang="en-US" b="1" spc="-102">
                <a:solidFill>
                  <a:srgbClr val="104226"/>
                </a:solidFill>
                <a:latin typeface="Poppins" panose="00000500000000000000" pitchFamily="2" charset="-18"/>
                <a:cs typeface="Poppins" panose="00000500000000000000" pitchFamily="2" charset="-18"/>
              </a:rPr>
              <a:t>Stage 4  Template – Launch Order approval</a:t>
            </a:r>
            <a:endParaRPr b="1" spc="-102">
              <a:solidFill>
                <a:srgbClr val="104226"/>
              </a:solidFill>
              <a:latin typeface="Poppins" panose="00000500000000000000" pitchFamily="2" charset="-18"/>
              <a:cs typeface="Poppins" panose="00000500000000000000" pitchFamily="2" charset="-18"/>
            </a:endParaRPr>
          </a:p>
        </p:txBody>
      </p:sp>
      <p:graphicFrame>
        <p:nvGraphicFramePr>
          <p:cNvPr id="3" name="Table 2">
            <a:extLst>
              <a:ext uri="{FF2B5EF4-FFF2-40B4-BE49-F238E27FC236}">
                <a16:creationId xmlns:a16="http://schemas.microsoft.com/office/drawing/2014/main" id="{80498BAD-6C86-4DAA-501C-16B8064B9D5E}"/>
              </a:ext>
            </a:extLst>
          </p:cNvPr>
          <p:cNvGraphicFramePr>
            <a:graphicFrameLocks noGrp="1"/>
          </p:cNvGraphicFramePr>
          <p:nvPr>
            <p:extLst>
              <p:ext uri="{D42A27DB-BD31-4B8C-83A1-F6EECF244321}">
                <p14:modId xmlns:p14="http://schemas.microsoft.com/office/powerpoint/2010/main" val="611856418"/>
              </p:ext>
            </p:extLst>
          </p:nvPr>
        </p:nvGraphicFramePr>
        <p:xfrm>
          <a:off x="4743986" y="1373127"/>
          <a:ext cx="6531946" cy="2843472"/>
        </p:xfrm>
        <a:graphic>
          <a:graphicData uri="http://schemas.openxmlformats.org/drawingml/2006/table">
            <a:tbl>
              <a:tblPr firstRow="1" bandRow="1">
                <a:tableStyleId>{E8034E78-7F5D-4C2E-B375-FC64B27BC917}</a:tableStyleId>
              </a:tblPr>
              <a:tblGrid>
                <a:gridCol w="2004101">
                  <a:extLst>
                    <a:ext uri="{9D8B030D-6E8A-4147-A177-3AD203B41FA5}">
                      <a16:colId xmlns:a16="http://schemas.microsoft.com/office/drawing/2014/main" val="4036500838"/>
                    </a:ext>
                  </a:extLst>
                </a:gridCol>
                <a:gridCol w="3506740">
                  <a:extLst>
                    <a:ext uri="{9D8B030D-6E8A-4147-A177-3AD203B41FA5}">
                      <a16:colId xmlns:a16="http://schemas.microsoft.com/office/drawing/2014/main" val="1558086735"/>
                    </a:ext>
                  </a:extLst>
                </a:gridCol>
                <a:gridCol w="1021105">
                  <a:extLst>
                    <a:ext uri="{9D8B030D-6E8A-4147-A177-3AD203B41FA5}">
                      <a16:colId xmlns:a16="http://schemas.microsoft.com/office/drawing/2014/main" val="4218447047"/>
                    </a:ext>
                  </a:extLst>
                </a:gridCol>
              </a:tblGrid>
              <a:tr h="326592">
                <a:tc>
                  <a:txBody>
                    <a:bodyPr/>
                    <a:lstStyle>
                      <a:lvl1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1" i="0" u="none" strike="noStrike" cap="none" spc="0" baseline="0">
                          <a:solidFill>
                            <a:schemeClr val="lt1"/>
                          </a:solidFill>
                          <a:uFillTx/>
                          <a:latin typeface="Aptos" panose="02110004020202020204"/>
                          <a:sym typeface="Helvetica Neue"/>
                        </a:defRPr>
                      </a:lvl9pPr>
                    </a:lstStyle>
                    <a:p>
                      <a:r>
                        <a:rPr lang="en-US" sz="1800"/>
                        <a:t>Item</a:t>
                      </a:r>
                      <a:endParaRPr lang="en-US" sz="1800">
                        <a:latin typeface="Poppins" panose="00000500000000000000" pitchFamily="2" charset="0"/>
                        <a:cs typeface="Poppins" panose="00000500000000000000" pitchFamily="2" charset="0"/>
                      </a:endParaRPr>
                    </a:p>
                  </a:txBody>
                  <a:tcPr/>
                </a:tc>
                <a:tc>
                  <a:txBody>
                    <a:bodyPr/>
                    <a:lstStyle/>
                    <a:p>
                      <a:pPr marL="0" marR="0" indent="0" algn="ctr" defTabSz="292100" rtl="0" latinLnBrk="0">
                        <a:lnSpc>
                          <a:spcPct val="100000"/>
                        </a:lnSpc>
                        <a:spcBef>
                          <a:spcPts val="0"/>
                        </a:spcBef>
                        <a:spcAft>
                          <a:spcPts val="0"/>
                        </a:spcAft>
                        <a:buClrTx/>
                        <a:buSzTx/>
                        <a:buFontTx/>
                        <a:buNone/>
                        <a:tabLst/>
                      </a:pPr>
                      <a:r>
                        <a:rPr lang="en-US" sz="1800" b="1" u="none" strike="noStrike" cap="none" spc="0" baseline="0">
                          <a:solidFill>
                            <a:schemeClr val="lt1"/>
                          </a:solidFill>
                          <a:uFillTx/>
                          <a:sym typeface="Helvetica Neue"/>
                        </a:rPr>
                        <a:t>Status</a:t>
                      </a:r>
                      <a:endParaRPr lang="en-US" sz="1800" b="1" i="0" u="none" strike="noStrike" cap="none" spc="0" baseline="0">
                        <a:solidFill>
                          <a:schemeClr val="lt1"/>
                        </a:solidFill>
                        <a:uFillTx/>
                        <a:latin typeface="Poppins" panose="00000500000000000000" pitchFamily="2" charset="0"/>
                        <a:ea typeface="+mn-ea"/>
                        <a:cs typeface="Poppins" panose="00000500000000000000" pitchFamily="2" charset="0"/>
                        <a:sym typeface="Helvetica Neue"/>
                      </a:endParaRPr>
                    </a:p>
                  </a:txBody>
                  <a:tcPr/>
                </a:tc>
                <a:tc>
                  <a:txBody>
                    <a:bodyPr/>
                    <a:lstStyle/>
                    <a:p>
                      <a:r>
                        <a:rPr lang="en-US" sz="1800" b="1" u="none" strike="noStrike" cap="none" spc="0" baseline="0">
                          <a:solidFill>
                            <a:schemeClr val="lt1"/>
                          </a:solidFill>
                          <a:uFillTx/>
                          <a:sym typeface="Helvetica Neue"/>
                        </a:rPr>
                        <a:t>RAG</a:t>
                      </a:r>
                      <a:endParaRPr lang="en-US" sz="1800" b="1" i="0" u="none" strike="noStrike" cap="none" spc="0" baseline="0">
                        <a:solidFill>
                          <a:schemeClr val="lt1"/>
                        </a:solidFill>
                        <a:uFillTx/>
                        <a:latin typeface="Poppins" panose="00000500000000000000" pitchFamily="2" charset="0"/>
                        <a:ea typeface="+mn-ea"/>
                        <a:cs typeface="Poppins" panose="00000500000000000000" pitchFamily="2" charset="0"/>
                        <a:sym typeface="Helvetica Neue"/>
                      </a:endParaRPr>
                    </a:p>
                  </a:txBody>
                  <a:tcPr/>
                </a:tc>
                <a:extLst>
                  <a:ext uri="{0D108BD9-81ED-4DB2-BD59-A6C34878D82A}">
                    <a16:rowId xmlns:a16="http://schemas.microsoft.com/office/drawing/2014/main" val="1449794302"/>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PR Number</a:t>
                      </a:r>
                    </a:p>
                  </a:txBody>
                  <a:tcPr/>
                </a:tc>
                <a:tc>
                  <a:txBody>
                    <a:bodyPr/>
                    <a:lstStyle/>
                    <a:p>
                      <a:pPr algn="ctr"/>
                      <a:r>
                        <a:rPr lang="en-US" sz="1400" b="0" i="0" u="none" strike="noStrike" cap="none" spc="0" baseline="0" dirty="0">
                          <a:solidFill>
                            <a:srgbClr val="104226"/>
                          </a:solidFill>
                          <a:uFillTx/>
                          <a:latin typeface="Aptos" panose="02110004020202020204"/>
                          <a:ea typeface="+mn-ea"/>
                          <a:cs typeface="+mn-cs"/>
                          <a:sym typeface="Helvetica Neue"/>
                        </a:rPr>
                        <a:t>Not ready. PM is finalizing on details</a:t>
                      </a:r>
                    </a:p>
                  </a:txBody>
                  <a:tcPr/>
                </a:tc>
                <a:tc>
                  <a:txBody>
                    <a:bodyPr/>
                    <a:lstStyle/>
                    <a:p>
                      <a:pPr algn="l"/>
                      <a:r>
                        <a:rPr lang="en-US" sz="1400" dirty="0">
                          <a:solidFill>
                            <a:srgbClr val="002060"/>
                          </a:solidFill>
                        </a:rPr>
                        <a:t>Red</a:t>
                      </a:r>
                    </a:p>
                  </a:txBody>
                  <a:tcPr/>
                </a:tc>
                <a:extLst>
                  <a:ext uri="{0D108BD9-81ED-4DB2-BD59-A6C34878D82A}">
                    <a16:rowId xmlns:a16="http://schemas.microsoft.com/office/drawing/2014/main" val="3529756741"/>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GF-0056 Status</a:t>
                      </a:r>
                    </a:p>
                  </a:txBody>
                  <a:tcPr/>
                </a:tc>
                <a:tc>
                  <a:txBody>
                    <a:bodyPr/>
                    <a:lstStyle/>
                    <a:p>
                      <a:pPr algn="ctr"/>
                      <a:r>
                        <a:rPr lang="en-US" sz="1400" b="0" i="0" u="none" strike="noStrike" cap="none" spc="0" baseline="0" dirty="0">
                          <a:solidFill>
                            <a:srgbClr val="104226"/>
                          </a:solidFill>
                          <a:uFillTx/>
                          <a:latin typeface="Aptos" panose="02110004020202020204"/>
                          <a:ea typeface="+mn-ea"/>
                          <a:cs typeface="+mn-cs"/>
                          <a:sym typeface="Helvetica Neue"/>
                        </a:rPr>
                        <a:t>Done</a:t>
                      </a:r>
                    </a:p>
                  </a:txBody>
                  <a:tcPr/>
                </a:tc>
                <a:tc>
                  <a:txBody>
                    <a:bodyPr/>
                    <a:lstStyle/>
                    <a:p>
                      <a:pPr algn="l"/>
                      <a:r>
                        <a:rPr lang="en-US" sz="1400" dirty="0">
                          <a:solidFill>
                            <a:srgbClr val="002060"/>
                          </a:solidFill>
                        </a:rPr>
                        <a:t>Green</a:t>
                      </a:r>
                    </a:p>
                  </a:txBody>
                  <a:tcPr/>
                </a:tc>
                <a:extLst>
                  <a:ext uri="{0D108BD9-81ED-4DB2-BD59-A6C34878D82A}">
                    <a16:rowId xmlns:a16="http://schemas.microsoft.com/office/drawing/2014/main" val="2454480801"/>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R&amp;D Testing</a:t>
                      </a:r>
                    </a:p>
                  </a:txBody>
                  <a:tcPr/>
                </a:tc>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ctr"/>
                      <a:r>
                        <a:rPr lang="en-US" sz="1400" b="0" i="0" u="none" strike="noStrike" cap="none" spc="0" baseline="0" dirty="0">
                          <a:solidFill>
                            <a:srgbClr val="104226"/>
                          </a:solidFill>
                          <a:uFillTx/>
                          <a:latin typeface="Aptos" panose="02110004020202020204"/>
                          <a:ea typeface="+mn-ea"/>
                          <a:cs typeface="+mn-cs"/>
                          <a:sym typeface="Helvetica Neue"/>
                        </a:rPr>
                        <a:t>No special testing. Patent analysis done</a:t>
                      </a:r>
                    </a:p>
                  </a:txBody>
                  <a:tcPr/>
                </a:tc>
                <a:tc>
                  <a:txBody>
                    <a:bodyPr/>
                    <a:lstStyle/>
                    <a:p>
                      <a:pPr algn="l"/>
                      <a:r>
                        <a:rPr lang="en-US" sz="1400" dirty="0">
                          <a:solidFill>
                            <a:srgbClr val="002060"/>
                          </a:solidFill>
                        </a:rPr>
                        <a:t>Green</a:t>
                      </a:r>
                    </a:p>
                  </a:txBody>
                  <a:tcPr/>
                </a:tc>
                <a:extLst>
                  <a:ext uri="{0D108BD9-81ED-4DB2-BD59-A6C34878D82A}">
                    <a16:rowId xmlns:a16="http://schemas.microsoft.com/office/drawing/2014/main" val="2818278813"/>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Quality Audit</a:t>
                      </a:r>
                    </a:p>
                  </a:txBody>
                  <a:tcPr/>
                </a:tc>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ctr"/>
                      <a:r>
                        <a:rPr lang="en-US" sz="1400" b="0" i="0" u="none" strike="noStrike" cap="none" spc="0" baseline="0" dirty="0">
                          <a:solidFill>
                            <a:srgbClr val="104226"/>
                          </a:solidFill>
                          <a:uFillTx/>
                          <a:latin typeface="Aptos" panose="02110004020202020204"/>
                          <a:ea typeface="+mn-ea"/>
                          <a:cs typeface="+mn-cs"/>
                          <a:sym typeface="Helvetica Neue"/>
                        </a:rPr>
                        <a:t>Not yet, was aligned may have audit after launch order</a:t>
                      </a:r>
                    </a:p>
                  </a:txBody>
                  <a:tcPr/>
                </a:tc>
                <a:tc>
                  <a:txBody>
                    <a:bodyPr/>
                    <a:lstStyle/>
                    <a:p>
                      <a:pPr algn="l"/>
                      <a:r>
                        <a:rPr lang="en-US" sz="1400" dirty="0">
                          <a:solidFill>
                            <a:srgbClr val="002060"/>
                          </a:solidFill>
                        </a:rPr>
                        <a:t>Yellow</a:t>
                      </a:r>
                    </a:p>
                  </a:txBody>
                  <a:tcPr/>
                </a:tc>
                <a:extLst>
                  <a:ext uri="{0D108BD9-81ED-4DB2-BD59-A6C34878D82A}">
                    <a16:rowId xmlns:a16="http://schemas.microsoft.com/office/drawing/2014/main" val="3678205894"/>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Supply Agreement</a:t>
                      </a:r>
                    </a:p>
                  </a:txBody>
                  <a:tcPr/>
                </a:tc>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ctr"/>
                      <a:r>
                        <a:rPr lang="en-US" sz="1400" b="0" i="0" u="none" strike="noStrike" cap="none" spc="0" baseline="0" dirty="0">
                          <a:solidFill>
                            <a:srgbClr val="104226"/>
                          </a:solidFill>
                          <a:uFillTx/>
                          <a:latin typeface="Aptos" panose="02110004020202020204"/>
                          <a:ea typeface="+mn-ea"/>
                          <a:cs typeface="+mn-cs"/>
                          <a:sym typeface="Helvetica Neue"/>
                        </a:rPr>
                        <a:t>Done</a:t>
                      </a:r>
                    </a:p>
                  </a:txBody>
                  <a:tcPr/>
                </a:tc>
                <a:tc>
                  <a:txBody>
                    <a:bodyPr/>
                    <a:lstStyle/>
                    <a:p>
                      <a:pPr algn="l"/>
                      <a:r>
                        <a:rPr lang="en-US" sz="1400" dirty="0">
                          <a:solidFill>
                            <a:srgbClr val="002060"/>
                          </a:solidFill>
                        </a:rPr>
                        <a:t>Green</a:t>
                      </a:r>
                    </a:p>
                  </a:txBody>
                  <a:tcPr/>
                </a:tc>
                <a:extLst>
                  <a:ext uri="{0D108BD9-81ED-4DB2-BD59-A6C34878D82A}">
                    <a16:rowId xmlns:a16="http://schemas.microsoft.com/office/drawing/2014/main" val="2997059797"/>
                  </a:ext>
                </a:extLst>
              </a:tr>
              <a:tr h="326592">
                <a:tc>
                  <a:txBody>
                    <a:bodyPr/>
                    <a:lstStyle/>
                    <a:p>
                      <a:pPr algn="l"/>
                      <a:r>
                        <a:rPr lang="en-US" sz="1400">
                          <a:solidFill>
                            <a:srgbClr val="104226"/>
                          </a:solidFill>
                        </a:rPr>
                        <a:t>Labeling </a:t>
                      </a:r>
                    </a:p>
                  </a:txBody>
                  <a:tcPr/>
                </a:tc>
                <a:tc>
                  <a:txBody>
                    <a:bodyPr/>
                    <a:lstStyle/>
                    <a:p>
                      <a:pPr algn="ctr"/>
                      <a:r>
                        <a:rPr lang="en-US" sz="1400" b="0" i="0" u="none" strike="noStrike" cap="none" spc="0" baseline="0" dirty="0">
                          <a:solidFill>
                            <a:srgbClr val="104226"/>
                          </a:solidFill>
                          <a:uFillTx/>
                          <a:latin typeface="Aptos" panose="02110004020202020204"/>
                          <a:ea typeface="+mn-ea"/>
                          <a:cs typeface="+mn-cs"/>
                          <a:sym typeface="Helvetica Neue"/>
                        </a:rPr>
                        <a:t>Lack of Customer confirmation on IFU</a:t>
                      </a:r>
                    </a:p>
                  </a:txBody>
                  <a:tcPr/>
                </a:tc>
                <a:tc>
                  <a:txBody>
                    <a:bodyPr/>
                    <a:lstStyle/>
                    <a:p>
                      <a:pPr algn="l"/>
                      <a:r>
                        <a:rPr lang="en-US" sz="1400" dirty="0">
                          <a:solidFill>
                            <a:srgbClr val="002060"/>
                          </a:solidFill>
                        </a:rPr>
                        <a:t>Red</a:t>
                      </a:r>
                    </a:p>
                  </a:txBody>
                  <a:tcPr/>
                </a:tc>
                <a:extLst>
                  <a:ext uri="{0D108BD9-81ED-4DB2-BD59-A6C34878D82A}">
                    <a16:rowId xmlns:a16="http://schemas.microsoft.com/office/drawing/2014/main" val="3626420546"/>
                  </a:ext>
                </a:extLst>
              </a:tr>
              <a:tr h="326592">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l"/>
                      <a:r>
                        <a:rPr lang="en-US" sz="1400">
                          <a:solidFill>
                            <a:srgbClr val="104226"/>
                          </a:solidFill>
                        </a:rPr>
                        <a:t>Regulatory Registration</a:t>
                      </a:r>
                    </a:p>
                  </a:txBody>
                  <a:tcPr/>
                </a:tc>
                <a:tc>
                  <a:txBody>
                    <a:bodyPr/>
                    <a:lstStyle>
                      <a:lvl1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1pPr>
                      <a:lvl2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2pPr>
                      <a:lvl3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3pPr>
                      <a:lvl4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4pPr>
                      <a:lvl5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5pPr>
                      <a:lvl6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6pPr>
                      <a:lvl7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7pPr>
                      <a:lvl8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8pPr>
                      <a:lvl9pPr marL="0" marR="0" indent="0" algn="ctr" defTabSz="292100" rtl="0" latinLnBrk="0">
                        <a:lnSpc>
                          <a:spcPct val="100000"/>
                        </a:lnSpc>
                        <a:spcBef>
                          <a:spcPts val="0"/>
                        </a:spcBef>
                        <a:spcAft>
                          <a:spcPts val="0"/>
                        </a:spcAft>
                        <a:buClrTx/>
                        <a:buSzTx/>
                        <a:buFontTx/>
                        <a:buNone/>
                        <a:tabLst/>
                        <a:defRPr sz="800" b="0" i="0" u="none" strike="noStrike" cap="none" spc="0" baseline="0">
                          <a:solidFill>
                            <a:schemeClr val="dk1"/>
                          </a:solidFill>
                          <a:uFillTx/>
                          <a:latin typeface="Aptos" panose="02110004020202020204"/>
                          <a:sym typeface="Helvetica Neue"/>
                        </a:defRPr>
                      </a:lvl9pPr>
                    </a:lstStyle>
                    <a:p>
                      <a:pPr algn="ctr"/>
                      <a:r>
                        <a:rPr lang="en-US" sz="1400" b="0" i="0" u="none" strike="noStrike" cap="none" spc="0" baseline="0" dirty="0">
                          <a:solidFill>
                            <a:srgbClr val="104226"/>
                          </a:solidFill>
                          <a:uFillTx/>
                          <a:latin typeface="Aptos" panose="02110004020202020204"/>
                          <a:ea typeface="+mn-ea"/>
                          <a:cs typeface="+mn-cs"/>
                          <a:sym typeface="Helvetica Neue"/>
                        </a:rPr>
                        <a:t>Done</a:t>
                      </a:r>
                    </a:p>
                  </a:txBody>
                  <a:tcPr/>
                </a:tc>
                <a:tc>
                  <a:txBody>
                    <a:bodyPr/>
                    <a:lstStyle/>
                    <a:p>
                      <a:pPr algn="l"/>
                      <a:r>
                        <a:rPr lang="en-US" sz="1400" dirty="0">
                          <a:solidFill>
                            <a:srgbClr val="002060"/>
                          </a:solidFill>
                        </a:rPr>
                        <a:t>Green</a:t>
                      </a:r>
                    </a:p>
                  </a:txBody>
                  <a:tcPr/>
                </a:tc>
                <a:extLst>
                  <a:ext uri="{0D108BD9-81ED-4DB2-BD59-A6C34878D82A}">
                    <a16:rowId xmlns:a16="http://schemas.microsoft.com/office/drawing/2014/main" val="1613099101"/>
                  </a:ext>
                </a:extLst>
              </a:tr>
            </a:tbl>
          </a:graphicData>
        </a:graphic>
      </p:graphicFrame>
      <p:sp>
        <p:nvSpPr>
          <p:cNvPr id="4" name="TextBox 3">
            <a:extLst>
              <a:ext uri="{FF2B5EF4-FFF2-40B4-BE49-F238E27FC236}">
                <a16:creationId xmlns:a16="http://schemas.microsoft.com/office/drawing/2014/main" id="{21956537-BD87-5A8E-FE4E-241726F78659}"/>
              </a:ext>
            </a:extLst>
          </p:cNvPr>
          <p:cNvSpPr txBox="1"/>
          <p:nvPr/>
        </p:nvSpPr>
        <p:spPr>
          <a:xfrm>
            <a:off x="312486" y="1373127"/>
            <a:ext cx="4311764" cy="24499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lang="en-US" sz="1400" dirty="0">
                <a:solidFill>
                  <a:srgbClr val="EC6726"/>
                </a:solidFill>
                <a:latin typeface="Poppins Bold"/>
                <a:ea typeface="Poppins Bold"/>
                <a:cs typeface="Poppins Bold"/>
                <a:sym typeface="Poppins Bold"/>
              </a:rPr>
              <a:t>Supplier Details</a:t>
            </a:r>
            <a:endParaRPr kumimoji="0" lang="en-US" sz="1400" b="0" i="0" u="none" strike="noStrike" kern="1200" cap="none" spc="0" normalizeH="0" baseline="0" noProof="0" dirty="0">
              <a:ln>
                <a:noFill/>
              </a:ln>
              <a:solidFill>
                <a:srgbClr val="EC6726"/>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Manufacturing Site: Zhenjiang </a:t>
            </a:r>
            <a:r>
              <a:rPr kumimoji="0" lang="en-US"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POCTech</a:t>
            </a: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Co., Ltd for CGM and </a:t>
            </a:r>
            <a:r>
              <a:rPr kumimoji="0" lang="en-US"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Yuwell</a:t>
            </a: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medical for </a:t>
            </a:r>
            <a:r>
              <a:rPr kumimoji="0" lang="en-US"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BGM+Thermometer</a:t>
            </a: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etc.</a:t>
            </a: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Contract Type</a:t>
            </a:r>
            <a:r>
              <a:rPr lang="en-US" sz="1200" dirty="0">
                <a:solidFill>
                  <a:srgbClr val="5E5E5E"/>
                </a:solidFill>
                <a:latin typeface="Poppins Bold"/>
                <a:ea typeface="Poppins Bold"/>
                <a:cs typeface="Poppins Bold"/>
                <a:sym typeface="Poppins Bold"/>
              </a:rPr>
              <a:t>:</a:t>
            </a:r>
            <a:r>
              <a:rPr lang="zh-CN" altLang="en-US" sz="1200" dirty="0">
                <a:solidFill>
                  <a:srgbClr val="5E5E5E"/>
                </a:solidFill>
                <a:latin typeface="Poppins Bold"/>
                <a:ea typeface="Poppins Bold"/>
                <a:cs typeface="Poppins Bold"/>
                <a:sym typeface="Poppins Bold"/>
              </a:rPr>
              <a:t> </a:t>
            </a:r>
            <a:r>
              <a:rPr lang="en-US" altLang="zh-CN" sz="1200" dirty="0">
                <a:solidFill>
                  <a:srgbClr val="5E5E5E"/>
                </a:solidFill>
                <a:latin typeface="Poppins Bold"/>
                <a:ea typeface="Poppins Bold"/>
                <a:cs typeface="Poppins Bold"/>
                <a:sym typeface="Poppins Bold"/>
              </a:rPr>
              <a:t>SPP project with supply agreement</a:t>
            </a: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Markets: Global</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Notes: </a:t>
            </a:r>
            <a:r>
              <a:rPr kumimoji="0" lang="en-US"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Yuwell</a:t>
            </a: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owns 100% of </a:t>
            </a:r>
            <a:r>
              <a:rPr kumimoji="0" lang="en-US"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POCTech</a:t>
            </a:r>
            <a:r>
              <a:rPr kumimoji="0" lang="en-US"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so agreement </a:t>
            </a:r>
            <a:r>
              <a:rPr lang="en-US" sz="1200" dirty="0">
                <a:solidFill>
                  <a:srgbClr val="5E5E5E"/>
                </a:solidFill>
                <a:latin typeface="Poppins Bold"/>
                <a:ea typeface="Poppins Bold"/>
                <a:cs typeface="Poppins Bold"/>
                <a:sym typeface="Poppins Bold"/>
              </a:rPr>
              <a:t>signed with </a:t>
            </a:r>
            <a:r>
              <a:rPr lang="en-US" sz="1200" dirty="0" err="1">
                <a:solidFill>
                  <a:srgbClr val="5E5E5E"/>
                </a:solidFill>
                <a:latin typeface="Poppins Bold"/>
                <a:ea typeface="Poppins Bold"/>
                <a:cs typeface="Poppins Bold"/>
                <a:sym typeface="Poppins Bold"/>
              </a:rPr>
              <a:t>Yuwell</a:t>
            </a:r>
            <a:r>
              <a:rPr lang="en-US" sz="1200" dirty="0">
                <a:solidFill>
                  <a:srgbClr val="5E5E5E"/>
                </a:solidFill>
                <a:latin typeface="Poppins Bold"/>
                <a:ea typeface="Poppins Bold"/>
                <a:cs typeface="Poppins Bold"/>
                <a:sym typeface="Poppins Bold"/>
              </a:rPr>
              <a:t>. </a:t>
            </a: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p:txBody>
      </p:sp>
      <p:sp>
        <p:nvSpPr>
          <p:cNvPr id="26" name="TextBox 25">
            <a:extLst>
              <a:ext uri="{FF2B5EF4-FFF2-40B4-BE49-F238E27FC236}">
                <a16:creationId xmlns:a16="http://schemas.microsoft.com/office/drawing/2014/main" id="{4852C38B-2CD9-E7D1-21AD-6D48565A0525}"/>
              </a:ext>
            </a:extLst>
          </p:cNvPr>
          <p:cNvSpPr txBox="1"/>
          <p:nvPr/>
        </p:nvSpPr>
        <p:spPr>
          <a:xfrm>
            <a:off x="10063210" y="105119"/>
            <a:ext cx="2006870" cy="377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Sourcing Lead</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rPr>
              <a:t>Last Updated:</a:t>
            </a:r>
          </a:p>
        </p:txBody>
      </p:sp>
      <p:sp>
        <p:nvSpPr>
          <p:cNvPr id="2" name="TextBox 1">
            <a:extLst>
              <a:ext uri="{FF2B5EF4-FFF2-40B4-BE49-F238E27FC236}">
                <a16:creationId xmlns:a16="http://schemas.microsoft.com/office/drawing/2014/main" id="{5AE9646F-0B7B-8534-4B1B-7CA546A4DC3A}"/>
              </a:ext>
            </a:extLst>
          </p:cNvPr>
          <p:cNvSpPr txBox="1"/>
          <p:nvPr/>
        </p:nvSpPr>
        <p:spPr>
          <a:xfrm>
            <a:off x="4743987" y="4304553"/>
            <a:ext cx="6531945" cy="23606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C6726"/>
                </a:solidFill>
                <a:effectLst/>
                <a:uLnTx/>
                <a:uFillTx/>
                <a:latin typeface="Poppins Bold"/>
                <a:ea typeface="Poppins Bold"/>
                <a:cs typeface="Poppins Bold"/>
                <a:sym typeface="Poppins Bold"/>
              </a:rPr>
              <a:t>Launch Order details: </a:t>
            </a:r>
          </a:p>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p:txBody>
      </p:sp>
      <p:sp>
        <p:nvSpPr>
          <p:cNvPr id="5" name="Rectangle: Rounded Corners 4">
            <a:extLst>
              <a:ext uri="{FF2B5EF4-FFF2-40B4-BE49-F238E27FC236}">
                <a16:creationId xmlns:a16="http://schemas.microsoft.com/office/drawing/2014/main" id="{B116E64E-9E76-7C53-F3F3-C9425E29923F}"/>
              </a:ext>
            </a:extLst>
          </p:cNvPr>
          <p:cNvSpPr/>
          <p:nvPr/>
        </p:nvSpPr>
        <p:spPr>
          <a:xfrm>
            <a:off x="10164575" y="451111"/>
            <a:ext cx="1792217" cy="451187"/>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C6726"/>
                </a:solidFill>
                <a:effectLst/>
                <a:uLnTx/>
                <a:uFillTx/>
                <a:latin typeface="Poppins Bold"/>
                <a:ea typeface="Poppins Bold"/>
                <a:cs typeface="Poppins Bold"/>
              </a:rPr>
              <a:t>Launch Order</a:t>
            </a:r>
          </a:p>
          <a:p>
            <a:pPr marL="0" marR="0" lvl="0" indent="0" algn="ctr" defTabSz="1219168" rtl="0" eaLnBrk="1" fontAlgn="auto" latinLnBrk="0" hangingPunct="1">
              <a:lnSpc>
                <a:spcPct val="100000"/>
              </a:lnSpc>
              <a:spcBef>
                <a:spcPts val="0"/>
              </a:spcBef>
              <a:spcAft>
                <a:spcPts val="0"/>
              </a:spcAft>
              <a:buClrTx/>
              <a:buSzTx/>
              <a:buFontTx/>
              <a:buNone/>
              <a:tabLst/>
              <a:defRPr/>
            </a:pPr>
            <a:r>
              <a:rPr lang="en-US" sz="1200" b="1">
                <a:solidFill>
                  <a:srgbClr val="EC6726"/>
                </a:solidFill>
                <a:latin typeface="Poppins Bold"/>
                <a:ea typeface="Poppins Bold"/>
                <a:cs typeface="Poppins Bold"/>
              </a:rPr>
              <a:t>Approval</a:t>
            </a:r>
            <a:endParaRPr kumimoji="0" lang="en-US" sz="1200" b="1" i="0" u="none" strike="noStrike" kern="1200" cap="none" spc="0" normalizeH="0" baseline="0" noProof="0">
              <a:ln>
                <a:noFill/>
              </a:ln>
              <a:solidFill>
                <a:srgbClr val="EC6726"/>
              </a:solidFill>
              <a:effectLst/>
              <a:uLnTx/>
              <a:uFillTx/>
              <a:latin typeface="Poppins Bold"/>
              <a:ea typeface="Poppins Bold"/>
              <a:cs typeface="Poppins Bold"/>
            </a:endParaRPr>
          </a:p>
        </p:txBody>
      </p:sp>
      <p:sp>
        <p:nvSpPr>
          <p:cNvPr id="6" name="Freeform: Shape 5">
            <a:extLst>
              <a:ext uri="{FF2B5EF4-FFF2-40B4-BE49-F238E27FC236}">
                <a16:creationId xmlns:a16="http://schemas.microsoft.com/office/drawing/2014/main" id="{B4A1B116-518F-29FB-2780-9C5D629C6023}"/>
              </a:ext>
            </a:extLst>
          </p:cNvPr>
          <p:cNvSpPr/>
          <p:nvPr/>
        </p:nvSpPr>
        <p:spPr>
          <a:xfrm>
            <a:off x="10089407" y="460680"/>
            <a:ext cx="429306" cy="432088"/>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IV</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7" name="TextBox 6">
            <a:extLst>
              <a:ext uri="{FF2B5EF4-FFF2-40B4-BE49-F238E27FC236}">
                <a16:creationId xmlns:a16="http://schemas.microsoft.com/office/drawing/2014/main" id="{9D7A74C3-E609-0BDC-142A-B9BD35251689}"/>
              </a:ext>
            </a:extLst>
          </p:cNvPr>
          <p:cNvSpPr txBox="1"/>
          <p:nvPr/>
        </p:nvSpPr>
        <p:spPr>
          <a:xfrm>
            <a:off x="312486" y="3247329"/>
            <a:ext cx="4311764" cy="24499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t">
            <a:noAutofit/>
          </a:bodyPr>
          <a:lstStyle/>
          <a:p>
            <a:pPr marL="0" marR="0" lvl="0" indent="0" algn="l"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lang="en-US" sz="1400" dirty="0">
                <a:solidFill>
                  <a:srgbClr val="EC6726"/>
                </a:solidFill>
                <a:latin typeface="Poppins Bold"/>
                <a:ea typeface="Poppins Bold"/>
                <a:cs typeface="Poppins Bold"/>
                <a:sym typeface="Poppins Bold"/>
              </a:rPr>
              <a:t>Product Details</a:t>
            </a:r>
            <a:endParaRPr kumimoji="0" lang="en-US" sz="1400" b="0" i="0" u="none" strike="noStrike" kern="1200" cap="none" spc="0" normalizeH="0" baseline="0" noProof="0" dirty="0">
              <a:ln>
                <a:noFill/>
              </a:ln>
              <a:solidFill>
                <a:srgbClr val="EC6726"/>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endParaRPr lang="en-US" sz="1100" dirty="0">
              <a:solidFill>
                <a:srgbClr val="5E5E5E"/>
              </a:solidFill>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Manufacturing Site: Zhejiang </a:t>
            </a:r>
            <a:r>
              <a:rPr kumimoji="0" lang="en-US" altLang="zh-CN" sz="1200" b="0" i="0" u="none" strike="noStrike" kern="1200" cap="none" spc="0" normalizeH="0" baseline="0" noProof="0" dirty="0" err="1">
                <a:ln>
                  <a:noFill/>
                </a:ln>
                <a:solidFill>
                  <a:srgbClr val="5E5E5E"/>
                </a:solidFill>
                <a:effectLst/>
                <a:uLnTx/>
                <a:uFillTx/>
                <a:latin typeface="Poppins Bold"/>
                <a:ea typeface="Poppins Bold"/>
                <a:cs typeface="Poppins Bold"/>
                <a:sym typeface="Poppins Bold"/>
              </a:rPr>
              <a:t>POCTech</a:t>
            </a: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 Co., Ltd</a:t>
            </a:r>
            <a:endParaRPr kumimoji="0" lang="en-US" altLang="zh-CN"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Contract Type</a:t>
            </a:r>
            <a:r>
              <a:rPr lang="en-US" altLang="zh-CN" sz="1200" dirty="0">
                <a:solidFill>
                  <a:srgbClr val="5E5E5E"/>
                </a:solidFill>
                <a:latin typeface="Poppins Bold"/>
                <a:ea typeface="Poppins Bold"/>
                <a:cs typeface="Poppins Bold"/>
                <a:sym typeface="Poppins Bold"/>
              </a:rPr>
              <a:t>:</a:t>
            </a:r>
            <a:r>
              <a:rPr lang="zh-CN" altLang="en-US" sz="1200" dirty="0">
                <a:solidFill>
                  <a:srgbClr val="5E5E5E"/>
                </a:solidFill>
                <a:latin typeface="Poppins Bold"/>
                <a:ea typeface="Poppins Bold"/>
                <a:cs typeface="Poppins Bold"/>
                <a:sym typeface="Poppins Bold"/>
              </a:rPr>
              <a:t> </a:t>
            </a:r>
            <a:r>
              <a:rPr lang="en-US" altLang="zh-CN" sz="1200" dirty="0">
                <a:solidFill>
                  <a:srgbClr val="5E5E5E"/>
                </a:solidFill>
                <a:latin typeface="Poppins Bold"/>
                <a:ea typeface="Poppins Bold"/>
                <a:cs typeface="Poppins Bold"/>
                <a:sym typeface="Poppins Bold"/>
              </a:rPr>
              <a:t>SPP project, Co-brand</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Markets: Swiss only</a:t>
            </a:r>
          </a:p>
          <a:p>
            <a:pPr marL="0" marR="0" lvl="0" indent="0" algn="l" defTabSz="1219168" rtl="0" eaLnBrk="1" fontAlgn="auto" latinLnBrk="0" hangingPunct="0">
              <a:lnSpc>
                <a:spcPct val="100000"/>
              </a:lnSpc>
              <a:spcBef>
                <a:spcPts val="0"/>
              </a:spcBef>
              <a:spcAft>
                <a:spcPts val="0"/>
              </a:spcAft>
              <a:buClrTx/>
              <a:buSzTx/>
              <a:buFontTx/>
              <a:buNone/>
              <a:tabLst/>
              <a:defRPr/>
            </a:pPr>
            <a:r>
              <a:rPr lang="en-US" altLang="zh-CN" sz="1200" dirty="0">
                <a:solidFill>
                  <a:srgbClr val="5E5E5E"/>
                </a:solidFill>
                <a:latin typeface="Poppins Bold"/>
                <a:ea typeface="Poppins Bold"/>
                <a:cs typeface="Poppins Bold"/>
                <a:sym typeface="Poppins Bold"/>
              </a:rPr>
              <a:t>Payment:30%+70% before shipment</a:t>
            </a:r>
          </a:p>
          <a:p>
            <a:pPr marL="0" marR="0" lvl="0" indent="0" algn="l" defTabSz="1219168" rtl="0" eaLnBrk="1" fontAlgn="auto" latinLnBrk="0" hangingPunct="0">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MOQ:5000</a:t>
            </a:r>
            <a:r>
              <a:rPr lang="en-US" altLang="zh-CN" sz="1200" dirty="0">
                <a:solidFill>
                  <a:srgbClr val="5E5E5E"/>
                </a:solidFill>
                <a:latin typeface="Poppins Bold"/>
                <a:ea typeface="Poppins Bold"/>
                <a:cs typeface="Poppins Bold"/>
                <a:sym typeface="Poppins Bold"/>
              </a:rPr>
              <a:t>pieces for OEM</a:t>
            </a:r>
          </a:p>
          <a:p>
            <a:pPr defTabSz="1219168" hangingPunct="0">
              <a:defRPr/>
            </a:pPr>
            <a:r>
              <a:rPr kumimoji="0" lang="en-US" altLang="zh-CN" sz="1200" b="0" i="0" u="none" strike="noStrike" kern="1200" cap="none" spc="0" normalizeH="0" baseline="0" noProof="0" dirty="0">
                <a:ln>
                  <a:noFill/>
                </a:ln>
                <a:solidFill>
                  <a:srgbClr val="5E5E5E"/>
                </a:solidFill>
                <a:effectLst/>
                <a:uLnTx/>
                <a:uFillTx/>
                <a:latin typeface="Poppins Bold"/>
                <a:ea typeface="Poppins Bold"/>
                <a:cs typeface="Poppins Bold"/>
                <a:sym typeface="Poppins Bold"/>
              </a:rPr>
              <a:t>Leadtime: 60days</a:t>
            </a:r>
            <a:endParaRPr kumimoji="0" lang="en-US" altLang="zh-CN" sz="1100" b="0" i="0" u="none" strike="noStrike" kern="1200" cap="none" spc="0" normalizeH="0" baseline="0" noProof="0" dirty="0">
              <a:ln>
                <a:noFill/>
              </a:ln>
              <a:solidFill>
                <a:srgbClr val="5E5E5E"/>
              </a:solidFill>
              <a:effectLst/>
              <a:uLnTx/>
              <a:uFillTx/>
              <a:latin typeface="Poppins Bold"/>
              <a:ea typeface="Poppins Bold"/>
              <a:cs typeface="Poppins Bold"/>
              <a:sym typeface="Poppins Bold"/>
            </a:endParaRPr>
          </a:p>
          <a:p>
            <a:pPr marL="0" marR="0" lvl="0" indent="0" algn="l" defTabSz="1219168" rtl="0" eaLnBrk="1" fontAlgn="auto" latinLnBrk="0" hangingPunct="0">
              <a:lnSpc>
                <a:spcPct val="100000"/>
              </a:lnSpc>
              <a:spcBef>
                <a:spcPts val="0"/>
              </a:spcBef>
              <a:spcAft>
                <a:spcPts val="0"/>
              </a:spcAft>
              <a:buClrTx/>
              <a:buSzTx/>
              <a:buFontTx/>
              <a:buNone/>
              <a:tabLst/>
              <a:defRPr/>
            </a:pPr>
            <a:r>
              <a:rPr lang="en-US" altLang="zh-CN" sz="1200" dirty="0">
                <a:solidFill>
                  <a:srgbClr val="5E5E5E"/>
                </a:solidFill>
                <a:latin typeface="Poppins Bold"/>
                <a:ea typeface="Poppins Bold"/>
                <a:cs typeface="Poppins Bold"/>
                <a:sym typeface="Poppins Bold"/>
              </a:rPr>
              <a:t>Price condition:</a:t>
            </a:r>
          </a:p>
          <a:p>
            <a:pPr marL="0" marR="0" lvl="0" indent="0" algn="l" defTabSz="1219168" rtl="0" eaLnBrk="1" fontAlgn="auto" latinLnBrk="0" hangingPunct="0">
              <a:lnSpc>
                <a:spcPct val="100000"/>
              </a:lnSpc>
              <a:spcBef>
                <a:spcPts val="0"/>
              </a:spcBef>
              <a:spcAft>
                <a:spcPts val="0"/>
              </a:spcAft>
              <a:buClrTx/>
              <a:buSzTx/>
              <a:buFontTx/>
              <a:buNone/>
              <a:tabLst/>
              <a:defRPr/>
            </a:pPr>
            <a:r>
              <a:rPr lang="en-US" altLang="zh-CN" sz="1200" dirty="0">
                <a:solidFill>
                  <a:srgbClr val="5E5E5E"/>
                </a:solidFill>
                <a:latin typeface="Poppins Bold"/>
                <a:ea typeface="Poppins Bold"/>
                <a:cs typeface="Poppins Bold"/>
                <a:sym typeface="Poppins Bold"/>
              </a:rPr>
              <a:t>1500USD for plate cost</a:t>
            </a:r>
          </a:p>
          <a:p>
            <a:pPr marL="0" marR="0" lvl="0" indent="0" algn="l" defTabSz="1219168" rtl="0" eaLnBrk="1" fontAlgn="auto" latinLnBrk="0" hangingPunct="0">
              <a:lnSpc>
                <a:spcPct val="100000"/>
              </a:lnSpc>
              <a:spcBef>
                <a:spcPts val="0"/>
              </a:spcBef>
              <a:spcAft>
                <a:spcPts val="0"/>
              </a:spcAft>
              <a:buClrTx/>
              <a:buSzTx/>
              <a:buFontTx/>
              <a:buNone/>
              <a:tabLst/>
              <a:defRPr/>
            </a:pPr>
            <a:r>
              <a:rPr lang="en-US" altLang="zh-CN" sz="1200" dirty="0">
                <a:solidFill>
                  <a:srgbClr val="5E5E5E"/>
                </a:solidFill>
                <a:latin typeface="Poppins Bold"/>
                <a:ea typeface="Poppins Bold"/>
                <a:cs typeface="Poppins Bold"/>
                <a:sym typeface="Poppins Bold"/>
              </a:rPr>
              <a:t>15USD for transmitter but cost will be waived if the volume of sensors hit 15,000 before 2025 July.</a:t>
            </a:r>
          </a:p>
        </p:txBody>
      </p:sp>
      <p:graphicFrame>
        <p:nvGraphicFramePr>
          <p:cNvPr id="10" name="表格 9">
            <a:extLst>
              <a:ext uri="{FF2B5EF4-FFF2-40B4-BE49-F238E27FC236}">
                <a16:creationId xmlns:a16="http://schemas.microsoft.com/office/drawing/2014/main" id="{3D1F8E4C-D47E-2F24-E2C7-F6DE7413360E}"/>
              </a:ext>
            </a:extLst>
          </p:cNvPr>
          <p:cNvGraphicFramePr>
            <a:graphicFrameLocks noGrp="1"/>
          </p:cNvGraphicFramePr>
          <p:nvPr>
            <p:extLst>
              <p:ext uri="{D42A27DB-BD31-4B8C-83A1-F6EECF244321}">
                <p14:modId xmlns:p14="http://schemas.microsoft.com/office/powerpoint/2010/main" val="2824168238"/>
              </p:ext>
            </p:extLst>
          </p:nvPr>
        </p:nvGraphicFramePr>
        <p:xfrm>
          <a:off x="4743986" y="4624662"/>
          <a:ext cx="6531943" cy="1700575"/>
        </p:xfrm>
        <a:graphic>
          <a:graphicData uri="http://schemas.openxmlformats.org/drawingml/2006/table">
            <a:tbl>
              <a:tblPr firstRow="1" firstCol="1" bandRow="1">
                <a:tableStyleId>{073A0DAA-6AF3-43AB-8588-CEC1D06C72B9}</a:tableStyleId>
              </a:tblPr>
              <a:tblGrid>
                <a:gridCol w="2401917">
                  <a:extLst>
                    <a:ext uri="{9D8B030D-6E8A-4147-A177-3AD203B41FA5}">
                      <a16:colId xmlns:a16="http://schemas.microsoft.com/office/drawing/2014/main" val="3747336113"/>
                    </a:ext>
                  </a:extLst>
                </a:gridCol>
                <a:gridCol w="2040912">
                  <a:extLst>
                    <a:ext uri="{9D8B030D-6E8A-4147-A177-3AD203B41FA5}">
                      <a16:colId xmlns:a16="http://schemas.microsoft.com/office/drawing/2014/main" val="2951273641"/>
                    </a:ext>
                  </a:extLst>
                </a:gridCol>
                <a:gridCol w="2089114">
                  <a:extLst>
                    <a:ext uri="{9D8B030D-6E8A-4147-A177-3AD203B41FA5}">
                      <a16:colId xmlns:a16="http://schemas.microsoft.com/office/drawing/2014/main" val="2712023963"/>
                    </a:ext>
                  </a:extLst>
                </a:gridCol>
              </a:tblGrid>
              <a:tr h="426334">
                <a:tc>
                  <a:txBody>
                    <a:bodyPr/>
                    <a:lstStyle/>
                    <a:p>
                      <a:r>
                        <a:rPr lang="en-US" sz="1200" dirty="0">
                          <a:effectLst/>
                        </a:rPr>
                        <a:t> </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b"/>
                </a:tc>
                <a:tc>
                  <a:txBody>
                    <a:bodyPr/>
                    <a:lstStyle/>
                    <a:p>
                      <a:r>
                        <a:rPr lang="en-US" sz="1200">
                          <a:effectLst/>
                        </a:rPr>
                        <a:t>Delivery Dec. 2024</a:t>
                      </a:r>
                      <a:endParaRPr lang="zh-CN" sz="120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a:effectLst/>
                        </a:rPr>
                        <a:t>Delivery April 2025</a:t>
                      </a:r>
                      <a:endParaRPr lang="zh-CN" sz="120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2081784850"/>
                  </a:ext>
                </a:extLst>
              </a:tr>
              <a:tr h="530101">
                <a:tc>
                  <a:txBody>
                    <a:bodyPr/>
                    <a:lstStyle/>
                    <a:p>
                      <a:r>
                        <a:rPr lang="en-US" sz="1200">
                          <a:effectLst/>
                        </a:rPr>
                        <a:t>CT 3 sensors</a:t>
                      </a:r>
                      <a:endParaRPr lang="zh-CN" sz="120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dirty="0">
                          <a:effectLst/>
                        </a:rPr>
                        <a:t>4280 (107 ca)</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dirty="0">
                          <a:effectLst/>
                        </a:rPr>
                        <a:t>4480 (112 ca)</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3047859399"/>
                  </a:ext>
                </a:extLst>
              </a:tr>
              <a:tr h="359330">
                <a:tc>
                  <a:txBody>
                    <a:bodyPr/>
                    <a:lstStyle/>
                    <a:p>
                      <a:r>
                        <a:rPr lang="en-US" sz="1200" dirty="0">
                          <a:effectLst/>
                        </a:rPr>
                        <a:t>CT 3 transmitters</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dirty="0">
                          <a:effectLst/>
                        </a:rPr>
                        <a:t>640 (16 ca)</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dirty="0">
                          <a:effectLst/>
                        </a:rPr>
                        <a:t>200 units (5 ca)</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2901627636"/>
                  </a:ext>
                </a:extLst>
              </a:tr>
              <a:tr h="379092">
                <a:tc>
                  <a:txBody>
                    <a:bodyPr/>
                    <a:lstStyle/>
                    <a:p>
                      <a:r>
                        <a:rPr lang="en-US" sz="1200">
                          <a:effectLst/>
                        </a:rPr>
                        <a:t>Production date to be printed on boxes</a:t>
                      </a:r>
                      <a:endParaRPr lang="zh-CN" sz="120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a:effectLst/>
                        </a:rPr>
                        <a:t>November or December</a:t>
                      </a:r>
                      <a:endParaRPr lang="zh-CN" sz="120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tc>
                  <a:txBody>
                    <a:bodyPr/>
                    <a:lstStyle/>
                    <a:p>
                      <a:r>
                        <a:rPr lang="en-US" sz="1200" dirty="0">
                          <a:effectLst/>
                        </a:rPr>
                        <a:t>March or April</a:t>
                      </a:r>
                      <a:endParaRPr lang="zh-CN" sz="1200" dirty="0">
                        <a:effectLst/>
                        <a:latin typeface="宋体" panose="02010600030101010101" pitchFamily="2" charset="-122"/>
                        <a:ea typeface="宋体" panose="02010600030101010101" pitchFamily="2" charset="-122"/>
                        <a:cs typeface="宋体" panose="02010600030101010101" pitchFamily="2" charset="-122"/>
                      </a:endParaRPr>
                    </a:p>
                  </a:txBody>
                  <a:tcPr marL="9525" marR="9525" marT="9525" marB="9525" anchor="ctr"/>
                </a:tc>
                <a:extLst>
                  <a:ext uri="{0D108BD9-81ED-4DB2-BD59-A6C34878D82A}">
                    <a16:rowId xmlns:a16="http://schemas.microsoft.com/office/drawing/2014/main" val="1112840685"/>
                  </a:ext>
                </a:extLst>
              </a:tr>
            </a:tbl>
          </a:graphicData>
        </a:graphic>
      </p:graphicFrame>
    </p:spTree>
    <p:extLst>
      <p:ext uri="{BB962C8B-B14F-4D97-AF65-F5344CB8AC3E}">
        <p14:creationId xmlns:p14="http://schemas.microsoft.com/office/powerpoint/2010/main" val="77875926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a:extLst>
            <a:ext uri="{FF2B5EF4-FFF2-40B4-BE49-F238E27FC236}">
              <a16:creationId xmlns:a16="http://schemas.microsoft.com/office/drawing/2014/main" id="{B734B446-E488-32AA-1236-EA6DA315278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6DFB1BF-C5FF-EB4E-52E1-6C0CCA19428C}"/>
              </a:ext>
            </a:extLst>
          </p:cNvPr>
          <p:cNvSpPr/>
          <p:nvPr/>
        </p:nvSpPr>
        <p:spPr>
          <a:xfrm>
            <a:off x="10189861" y="1548361"/>
            <a:ext cx="1710538" cy="5198363"/>
          </a:xfrm>
          <a:prstGeom prst="roundRect">
            <a:avLst>
              <a:gd name="adj" fmla="val 13110"/>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3" name="Rectangle: Rounded Corners 2">
            <a:extLst>
              <a:ext uri="{FF2B5EF4-FFF2-40B4-BE49-F238E27FC236}">
                <a16:creationId xmlns:a16="http://schemas.microsoft.com/office/drawing/2014/main" id="{D192FF46-D887-402A-1339-2DA9C28CC319}"/>
              </a:ext>
            </a:extLst>
          </p:cNvPr>
          <p:cNvSpPr/>
          <p:nvPr/>
        </p:nvSpPr>
        <p:spPr>
          <a:xfrm>
            <a:off x="6460108" y="1500381"/>
            <a:ext cx="3715900" cy="5198363"/>
          </a:xfrm>
          <a:prstGeom prst="roundRect">
            <a:avLst>
              <a:gd name="adj" fmla="val 5559"/>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 name="Rectangle: Rounded Corners 1">
            <a:extLst>
              <a:ext uri="{FF2B5EF4-FFF2-40B4-BE49-F238E27FC236}">
                <a16:creationId xmlns:a16="http://schemas.microsoft.com/office/drawing/2014/main" id="{B0BDD4E9-18C3-C7A2-A1E3-416670321A44}"/>
              </a:ext>
            </a:extLst>
          </p:cNvPr>
          <p:cNvSpPr/>
          <p:nvPr/>
        </p:nvSpPr>
        <p:spPr>
          <a:xfrm>
            <a:off x="1213993" y="1511958"/>
            <a:ext cx="5236660" cy="5198364"/>
          </a:xfrm>
          <a:prstGeom prst="roundRect">
            <a:avLst>
              <a:gd name="adj" fmla="val 4010"/>
            </a:avLst>
          </a:prstGeom>
          <a:no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96" name="Product Segments">
            <a:extLst>
              <a:ext uri="{FF2B5EF4-FFF2-40B4-BE49-F238E27FC236}">
                <a16:creationId xmlns:a16="http://schemas.microsoft.com/office/drawing/2014/main" id="{57CC8C57-B376-CA5C-02AF-62A30478842B}"/>
              </a:ext>
            </a:extLst>
          </p:cNvPr>
          <p:cNvSpPr txBox="1">
            <a:spLocks noGrp="1"/>
          </p:cNvSpPr>
          <p:nvPr>
            <p:ph type="ctrTitle"/>
          </p:nvPr>
        </p:nvSpPr>
        <p:spPr>
          <a:xfrm>
            <a:off x="2128789" y="122845"/>
            <a:ext cx="7934421" cy="649456"/>
          </a:xfrm>
          <a:prstGeom prst="rect">
            <a:avLst/>
          </a:prstGeom>
        </p:spPr>
        <p:txBody>
          <a:bodyPr>
            <a:normAutofit/>
          </a:bodyPr>
          <a:lstStyle>
            <a:lvl1pPr algn="ctr">
              <a:defRPr sz="3000" spc="-111"/>
            </a:lvl1pPr>
          </a:lstStyle>
          <a:p>
            <a:pPr defTabSz="1194907" hangingPunct="0"/>
            <a:r>
              <a:rPr lang="en-US" b="1" spc="-102">
                <a:solidFill>
                  <a:srgbClr val="104226"/>
                </a:solidFill>
                <a:latin typeface="Poppins" panose="00000500000000000000" pitchFamily="2" charset="-18"/>
                <a:cs typeface="Poppins" panose="00000500000000000000" pitchFamily="2" charset="-18"/>
              </a:rPr>
              <a:t>NPI Sourcing Process 2.0 Overview</a:t>
            </a:r>
            <a:endParaRPr b="1" spc="-102">
              <a:solidFill>
                <a:srgbClr val="104226"/>
              </a:solidFill>
              <a:latin typeface="Poppins" panose="00000500000000000000" pitchFamily="2" charset="-18"/>
              <a:cs typeface="Poppins" panose="00000500000000000000" pitchFamily="2" charset="-18"/>
            </a:endParaRPr>
          </a:p>
        </p:txBody>
      </p:sp>
      <p:sp>
        <p:nvSpPr>
          <p:cNvPr id="7" name="Rectangle: Rounded Corners 6">
            <a:extLst>
              <a:ext uri="{FF2B5EF4-FFF2-40B4-BE49-F238E27FC236}">
                <a16:creationId xmlns:a16="http://schemas.microsoft.com/office/drawing/2014/main" id="{3A39954B-7783-F72D-AA65-F022098BBE75}"/>
              </a:ext>
            </a:extLst>
          </p:cNvPr>
          <p:cNvSpPr/>
          <p:nvPr/>
        </p:nvSpPr>
        <p:spPr>
          <a:xfrm>
            <a:off x="6470634" y="1755765"/>
            <a:ext cx="3705374" cy="621447"/>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EC6726"/>
                </a:solidFill>
                <a:effectLst/>
                <a:uLnTx/>
                <a:uFillTx/>
                <a:latin typeface="Poppins Bold"/>
                <a:ea typeface="Poppins Bold"/>
                <a:cs typeface="Poppins Bold"/>
                <a:sym typeface="Poppins Bold"/>
              </a:rPr>
              <a:t>Project Execution </a:t>
            </a:r>
            <a:endParaRPr kumimoji="0" lang="en-US" sz="1800" b="0" i="0" u="none" strike="noStrike" kern="1200" cap="none" spc="0" normalizeH="0" baseline="0" noProof="0">
              <a:ln>
                <a:noFill/>
              </a:ln>
              <a:solidFill>
                <a:srgbClr val="EC6726"/>
              </a:solidFill>
              <a:effectLst/>
              <a:uLnTx/>
              <a:uFillTx/>
              <a:latin typeface="Helvetica Neue"/>
              <a:sym typeface="Poppins Bold"/>
            </a:endParaRPr>
          </a:p>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E1F0EC"/>
                </a:solidFill>
                <a:effectLst/>
                <a:uLnTx/>
                <a:uFillTx/>
                <a:latin typeface="Poppins Bold"/>
                <a:ea typeface="Poppins Bold"/>
                <a:cs typeface="Poppins Bold"/>
                <a:sym typeface="Poppins Bold"/>
              </a:rPr>
              <a:t>by  </a:t>
            </a:r>
            <a:r>
              <a:rPr kumimoji="0" lang="en-US" sz="1600" b="1" i="0" u="sng" strike="noStrike" kern="1200" cap="none" spc="0" normalizeH="0" baseline="0" noProof="0">
                <a:ln>
                  <a:noFill/>
                </a:ln>
                <a:solidFill>
                  <a:srgbClr val="E1F0EC"/>
                </a:solidFill>
                <a:effectLst/>
                <a:uLnTx/>
                <a:uFillTx/>
                <a:latin typeface="Poppins Bold"/>
                <a:ea typeface="Poppins Bold"/>
                <a:cs typeface="Poppins Bold"/>
                <a:sym typeface="Poppins Bold"/>
              </a:rPr>
              <a:t>OnePlan</a:t>
            </a:r>
            <a:endParaRPr kumimoji="0" lang="en-US" sz="1600" b="1" i="0" u="sng" strike="noStrike" kern="1200" cap="none" spc="0" normalizeH="0" baseline="0" noProof="0">
              <a:ln>
                <a:noFill/>
              </a:ln>
              <a:solidFill>
                <a:srgbClr val="E1F0EC"/>
              </a:solidFill>
              <a:effectLst/>
              <a:uLnTx/>
              <a:uFillTx/>
              <a:latin typeface="Poppins Bold"/>
              <a:ea typeface="Poppins Bold"/>
              <a:cs typeface="Poppins Bold"/>
            </a:endParaRPr>
          </a:p>
        </p:txBody>
      </p:sp>
      <p:graphicFrame>
        <p:nvGraphicFramePr>
          <p:cNvPr id="6" name="Diagram 5">
            <a:extLst>
              <a:ext uri="{FF2B5EF4-FFF2-40B4-BE49-F238E27FC236}">
                <a16:creationId xmlns:a16="http://schemas.microsoft.com/office/drawing/2014/main" id="{3D7F2CBA-0183-AB31-6D7D-5304B22125B6}"/>
              </a:ext>
            </a:extLst>
          </p:cNvPr>
          <p:cNvGraphicFramePr/>
          <p:nvPr>
            <p:extLst>
              <p:ext uri="{D42A27DB-BD31-4B8C-83A1-F6EECF244321}">
                <p14:modId xmlns:p14="http://schemas.microsoft.com/office/powerpoint/2010/main" val="1990225991"/>
              </p:ext>
            </p:extLst>
          </p:nvPr>
        </p:nvGraphicFramePr>
        <p:xfrm>
          <a:off x="1169104" y="2464901"/>
          <a:ext cx="10731295" cy="11575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Rectangle: Rounded Corners 20">
            <a:extLst>
              <a:ext uri="{FF2B5EF4-FFF2-40B4-BE49-F238E27FC236}">
                <a16:creationId xmlns:a16="http://schemas.microsoft.com/office/drawing/2014/main" id="{CE6B10F9-609B-3CB3-7832-DD6768C57893}"/>
              </a:ext>
            </a:extLst>
          </p:cNvPr>
          <p:cNvSpPr/>
          <p:nvPr/>
        </p:nvSpPr>
        <p:spPr>
          <a:xfrm>
            <a:off x="6509921" y="3604010"/>
            <a:ext cx="1905566" cy="79716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Agreements, </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Supplier Setup,</a:t>
            </a:r>
            <a:r>
              <a:rPr lang="en-US" sz="1150">
                <a:solidFill>
                  <a:srgbClr val="FFFFFF"/>
                </a:solidFill>
                <a:latin typeface="Poppins" panose="00000500000000000000" pitchFamily="2" charset="0"/>
                <a:ea typeface="Poppins Bold"/>
                <a:cs typeface="Poppins" panose="00000500000000000000" pitchFamily="2" charset="0"/>
                <a:sym typeface="Poppins Bold"/>
              </a:rPr>
              <a:t> </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PO</a:t>
            </a:r>
          </a:p>
        </p:txBody>
      </p:sp>
      <p:sp>
        <p:nvSpPr>
          <p:cNvPr id="22" name="Rectangle: Rounded Corners 21">
            <a:extLst>
              <a:ext uri="{FF2B5EF4-FFF2-40B4-BE49-F238E27FC236}">
                <a16:creationId xmlns:a16="http://schemas.microsoft.com/office/drawing/2014/main" id="{648AFFBD-59F7-C14D-9925-5AE1B6BD4246}"/>
              </a:ext>
            </a:extLst>
          </p:cNvPr>
          <p:cNvSpPr/>
          <p:nvPr/>
        </p:nvSpPr>
        <p:spPr>
          <a:xfrm>
            <a:off x="8462862" y="3604010"/>
            <a:ext cx="1665771" cy="79716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Marketing Material &amp; Launch</a:t>
            </a:r>
          </a:p>
        </p:txBody>
      </p:sp>
      <p:sp>
        <p:nvSpPr>
          <p:cNvPr id="23" name="Rectangle: Rounded Corners 22">
            <a:extLst>
              <a:ext uri="{FF2B5EF4-FFF2-40B4-BE49-F238E27FC236}">
                <a16:creationId xmlns:a16="http://schemas.microsoft.com/office/drawing/2014/main" id="{30405229-AE07-EE47-F602-F527C235273F}"/>
              </a:ext>
            </a:extLst>
          </p:cNvPr>
          <p:cNvSpPr/>
          <p:nvPr/>
        </p:nvSpPr>
        <p:spPr>
          <a:xfrm>
            <a:off x="10253893" y="3574989"/>
            <a:ext cx="1563940" cy="802152"/>
          </a:xfrm>
          <a:prstGeom prst="roundRect">
            <a:avLst>
              <a:gd name="adj" fmla="val 14207"/>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Reviews</a:t>
            </a:r>
          </a:p>
        </p:txBody>
      </p:sp>
      <p:sp>
        <p:nvSpPr>
          <p:cNvPr id="38" name="Rectangle: Rounded Corners 37">
            <a:extLst>
              <a:ext uri="{FF2B5EF4-FFF2-40B4-BE49-F238E27FC236}">
                <a16:creationId xmlns:a16="http://schemas.microsoft.com/office/drawing/2014/main" id="{1B0737CF-1EA8-33D5-B146-0F8DA3CEE18A}"/>
              </a:ext>
            </a:extLst>
          </p:cNvPr>
          <p:cNvSpPr/>
          <p:nvPr/>
        </p:nvSpPr>
        <p:spPr>
          <a:xfrm>
            <a:off x="2750169" y="3623021"/>
            <a:ext cx="1839452" cy="802152"/>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Supplier Quote Analysis</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Preliminary Evaluation</a:t>
            </a:r>
          </a:p>
        </p:txBody>
      </p:sp>
      <p:sp>
        <p:nvSpPr>
          <p:cNvPr id="57" name="TextBox 56">
            <a:extLst>
              <a:ext uri="{FF2B5EF4-FFF2-40B4-BE49-F238E27FC236}">
                <a16:creationId xmlns:a16="http://schemas.microsoft.com/office/drawing/2014/main" id="{A17D70E7-8EAA-C13C-051F-1537695FE6A1}"/>
              </a:ext>
            </a:extLst>
          </p:cNvPr>
          <p:cNvSpPr txBox="1"/>
          <p:nvPr/>
        </p:nvSpPr>
        <p:spPr>
          <a:xfrm>
            <a:off x="154574" y="4807131"/>
            <a:ext cx="1245599" cy="1115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BU</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58" name="TextBox 57">
            <a:extLst>
              <a:ext uri="{FF2B5EF4-FFF2-40B4-BE49-F238E27FC236}">
                <a16:creationId xmlns:a16="http://schemas.microsoft.com/office/drawing/2014/main" id="{5CC6455E-AD94-C574-4EDF-0B2A924C1B8C}"/>
              </a:ext>
            </a:extLst>
          </p:cNvPr>
          <p:cNvSpPr txBox="1"/>
          <p:nvPr/>
        </p:nvSpPr>
        <p:spPr>
          <a:xfrm>
            <a:off x="154574" y="5081350"/>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QARA</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59" name="TextBox 58">
            <a:extLst>
              <a:ext uri="{FF2B5EF4-FFF2-40B4-BE49-F238E27FC236}">
                <a16:creationId xmlns:a16="http://schemas.microsoft.com/office/drawing/2014/main" id="{943E86ED-7CA2-3BB1-6996-600B4E4557D2}"/>
              </a:ext>
            </a:extLst>
          </p:cNvPr>
          <p:cNvSpPr txBox="1"/>
          <p:nvPr/>
        </p:nvSpPr>
        <p:spPr>
          <a:xfrm>
            <a:off x="154574" y="5369400"/>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5E5E5E"/>
                </a:solidFill>
                <a:latin typeface="Poppins Bold"/>
                <a:ea typeface="Poppins Bold"/>
                <a:cs typeface="Poppins Bold"/>
                <a:sym typeface="Poppins Bold"/>
              </a:rPr>
              <a:t>Sourcing</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0" name="TextBox 59">
            <a:extLst>
              <a:ext uri="{FF2B5EF4-FFF2-40B4-BE49-F238E27FC236}">
                <a16:creationId xmlns:a16="http://schemas.microsoft.com/office/drawing/2014/main" id="{0E69D208-69D1-1180-B884-6CF95E566A03}"/>
              </a:ext>
            </a:extLst>
          </p:cNvPr>
          <p:cNvSpPr txBox="1"/>
          <p:nvPr/>
        </p:nvSpPr>
        <p:spPr>
          <a:xfrm>
            <a:off x="164027" y="5661401"/>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R&amp;D</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2" name="TextBox 61">
            <a:extLst>
              <a:ext uri="{FF2B5EF4-FFF2-40B4-BE49-F238E27FC236}">
                <a16:creationId xmlns:a16="http://schemas.microsoft.com/office/drawing/2014/main" id="{A99521D9-9BEE-4861-17AC-BF42BB4B29B6}"/>
              </a:ext>
            </a:extLst>
          </p:cNvPr>
          <p:cNvSpPr txBox="1"/>
          <p:nvPr/>
        </p:nvSpPr>
        <p:spPr>
          <a:xfrm>
            <a:off x="154573" y="6138274"/>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Finance</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63" name="TextBox 62">
            <a:extLst>
              <a:ext uri="{FF2B5EF4-FFF2-40B4-BE49-F238E27FC236}">
                <a16:creationId xmlns:a16="http://schemas.microsoft.com/office/drawing/2014/main" id="{AFAE2346-BEC6-07FE-6C64-CE49FCB665E3}"/>
              </a:ext>
            </a:extLst>
          </p:cNvPr>
          <p:cNvSpPr txBox="1"/>
          <p:nvPr/>
        </p:nvSpPr>
        <p:spPr>
          <a:xfrm>
            <a:off x="164027" y="5904409"/>
            <a:ext cx="1245599"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SC</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6" name="Rectangle 255">
            <a:extLst>
              <a:ext uri="{FF2B5EF4-FFF2-40B4-BE49-F238E27FC236}">
                <a16:creationId xmlns:a16="http://schemas.microsoft.com/office/drawing/2014/main" id="{A6223B87-04DD-2AA4-BC96-DA0F3DC80A39}"/>
              </a:ext>
            </a:extLst>
          </p:cNvPr>
          <p:cNvSpPr/>
          <p:nvPr/>
        </p:nvSpPr>
        <p:spPr>
          <a:xfrm>
            <a:off x="1213994" y="4862976"/>
            <a:ext cx="10686406" cy="8079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8" name="Rectangle 257">
            <a:extLst>
              <a:ext uri="{FF2B5EF4-FFF2-40B4-BE49-F238E27FC236}">
                <a16:creationId xmlns:a16="http://schemas.microsoft.com/office/drawing/2014/main" id="{999605B2-0288-449E-99D4-6C9AAB3F7782}"/>
              </a:ext>
            </a:extLst>
          </p:cNvPr>
          <p:cNvSpPr/>
          <p:nvPr/>
        </p:nvSpPr>
        <p:spPr>
          <a:xfrm>
            <a:off x="1213993" y="5155462"/>
            <a:ext cx="10686405"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59" name="Rectangle 258">
            <a:extLst>
              <a:ext uri="{FF2B5EF4-FFF2-40B4-BE49-F238E27FC236}">
                <a16:creationId xmlns:a16="http://schemas.microsoft.com/office/drawing/2014/main" id="{65005208-36A3-B1E1-FCD2-78BCFD1CB3BD}"/>
              </a:ext>
            </a:extLst>
          </p:cNvPr>
          <p:cNvSpPr/>
          <p:nvPr/>
        </p:nvSpPr>
        <p:spPr>
          <a:xfrm>
            <a:off x="4600860" y="5704367"/>
            <a:ext cx="1873648"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0" name="Rectangle 259">
            <a:extLst>
              <a:ext uri="{FF2B5EF4-FFF2-40B4-BE49-F238E27FC236}">
                <a16:creationId xmlns:a16="http://schemas.microsoft.com/office/drawing/2014/main" id="{A1367D19-F562-59D0-2F0F-B92305FB3A48}"/>
              </a:ext>
            </a:extLst>
          </p:cNvPr>
          <p:cNvSpPr/>
          <p:nvPr/>
        </p:nvSpPr>
        <p:spPr>
          <a:xfrm>
            <a:off x="1213992" y="5445997"/>
            <a:ext cx="10686405" cy="8378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2" name="Rectangle 261">
            <a:extLst>
              <a:ext uri="{FF2B5EF4-FFF2-40B4-BE49-F238E27FC236}">
                <a16:creationId xmlns:a16="http://schemas.microsoft.com/office/drawing/2014/main" id="{E6D940D4-7EC8-DAFA-C86A-8C59B0719C2F}"/>
              </a:ext>
            </a:extLst>
          </p:cNvPr>
          <p:cNvSpPr/>
          <p:nvPr/>
        </p:nvSpPr>
        <p:spPr>
          <a:xfrm>
            <a:off x="4600860" y="6290004"/>
            <a:ext cx="7299537" cy="80792"/>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63" name="Rectangle 262">
            <a:extLst>
              <a:ext uri="{FF2B5EF4-FFF2-40B4-BE49-F238E27FC236}">
                <a16:creationId xmlns:a16="http://schemas.microsoft.com/office/drawing/2014/main" id="{93B9B7A4-3CB0-9F40-4916-71073D309465}"/>
              </a:ext>
            </a:extLst>
          </p:cNvPr>
          <p:cNvSpPr/>
          <p:nvPr/>
        </p:nvSpPr>
        <p:spPr>
          <a:xfrm>
            <a:off x="2750169" y="5982091"/>
            <a:ext cx="9150228" cy="83784"/>
          </a:xfrm>
          <a:prstGeom prst="rect">
            <a:avLst/>
          </a:pr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276" name="TextBox 275">
            <a:extLst>
              <a:ext uri="{FF2B5EF4-FFF2-40B4-BE49-F238E27FC236}">
                <a16:creationId xmlns:a16="http://schemas.microsoft.com/office/drawing/2014/main" id="{B504B73F-D933-097C-35D8-02E2BB831A6D}"/>
              </a:ext>
            </a:extLst>
          </p:cNvPr>
          <p:cNvSpPr txBox="1"/>
          <p:nvPr/>
        </p:nvSpPr>
        <p:spPr>
          <a:xfrm rot="16200000">
            <a:off x="-642622" y="5408780"/>
            <a:ext cx="1617601" cy="2231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Poppins Bold"/>
                <a:ea typeface="Poppins Bold"/>
                <a:cs typeface="Poppins Bold"/>
                <a:sym typeface="Poppins Bold"/>
              </a:rPr>
              <a:t>Team Engagement</a:t>
            </a:r>
            <a:endParaRPr kumimoji="0" lang="en-US" sz="1200" b="0" i="0" u="none" strike="noStrike" kern="1200" cap="none" spc="0" normalizeH="0" baseline="0" noProof="0">
              <a:ln>
                <a:noFill/>
              </a:ln>
              <a:solidFill>
                <a:srgbClr val="5E5E5E"/>
              </a:solidFill>
              <a:effectLst/>
              <a:uLnTx/>
              <a:uFillTx/>
              <a:latin typeface="Poppins Bold"/>
              <a:ea typeface="Poppins Bold"/>
              <a:cs typeface="Poppins Bold"/>
              <a:sym typeface="Poppins Bold"/>
            </a:endParaRPr>
          </a:p>
        </p:txBody>
      </p:sp>
      <p:sp>
        <p:nvSpPr>
          <p:cNvPr id="9" name="Rectangle: Rounded Corners 8">
            <a:extLst>
              <a:ext uri="{FF2B5EF4-FFF2-40B4-BE49-F238E27FC236}">
                <a16:creationId xmlns:a16="http://schemas.microsoft.com/office/drawing/2014/main" id="{A857218F-6780-1C81-2E38-610A3D971EB3}"/>
              </a:ext>
            </a:extLst>
          </p:cNvPr>
          <p:cNvSpPr/>
          <p:nvPr/>
        </p:nvSpPr>
        <p:spPr>
          <a:xfrm>
            <a:off x="10189861" y="1756022"/>
            <a:ext cx="1750530" cy="587395"/>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r" defTabSz="1219168"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srgbClr val="EC6726"/>
                </a:solidFill>
                <a:effectLst/>
                <a:uLnTx/>
                <a:uFillTx/>
                <a:latin typeface="Poppins Bold"/>
                <a:ea typeface="Poppins Bold"/>
                <a:cs typeface="Poppins Bold"/>
                <a:sym typeface="Poppins Bold"/>
              </a:rPr>
              <a:t>Post Market </a:t>
            </a:r>
          </a:p>
          <a:p>
            <a:pPr algn="ctr" defTabSz="1219168">
              <a:defRPr/>
            </a:pPr>
            <a:r>
              <a:rPr kumimoji="0" lang="en-US" altLang="zh-CN" sz="1600" b="1" i="0" u="none" strike="noStrike" kern="1200" cap="none" spc="0" normalizeH="0" baseline="0" noProof="0">
                <a:ln>
                  <a:noFill/>
                </a:ln>
                <a:solidFill>
                  <a:srgbClr val="EC6726"/>
                </a:solidFill>
                <a:effectLst/>
                <a:uLnTx/>
                <a:uFillTx/>
                <a:latin typeface="Poppins Bold"/>
                <a:ea typeface="Poppins Bold"/>
                <a:cs typeface="Poppins Bold"/>
                <a:sym typeface="Poppins Bold"/>
              </a:rPr>
              <a:t>Review </a:t>
            </a:r>
            <a:endParaRPr kumimoji="0" lang="en-US" sz="1600" b="1" i="0" u="none" strike="noStrike" kern="1200" cap="none" spc="0" normalizeH="0" baseline="0" noProof="0">
              <a:ln>
                <a:noFill/>
              </a:ln>
              <a:solidFill>
                <a:srgbClr val="EC6726"/>
              </a:solidFill>
              <a:effectLst/>
              <a:uLnTx/>
              <a:uFillTx/>
              <a:latin typeface="Poppins Bold"/>
              <a:ea typeface="Poppins Bold"/>
              <a:cs typeface="Poppins Bold"/>
            </a:endParaRPr>
          </a:p>
        </p:txBody>
      </p:sp>
      <p:sp>
        <p:nvSpPr>
          <p:cNvPr id="8" name="Rectangle: Rounded Corners 7">
            <a:extLst>
              <a:ext uri="{FF2B5EF4-FFF2-40B4-BE49-F238E27FC236}">
                <a16:creationId xmlns:a16="http://schemas.microsoft.com/office/drawing/2014/main" id="{09978BAA-7893-992C-426E-23C5A86804AD}"/>
              </a:ext>
            </a:extLst>
          </p:cNvPr>
          <p:cNvSpPr/>
          <p:nvPr/>
        </p:nvSpPr>
        <p:spPr>
          <a:xfrm>
            <a:off x="1161158" y="3648420"/>
            <a:ext cx="1533630" cy="787748"/>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Proposal</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GF-0011</a:t>
            </a:r>
          </a:p>
        </p:txBody>
      </p:sp>
      <p:sp>
        <p:nvSpPr>
          <p:cNvPr id="39" name="Rectangle: Rounded Corners 38">
            <a:extLst>
              <a:ext uri="{FF2B5EF4-FFF2-40B4-BE49-F238E27FC236}">
                <a16:creationId xmlns:a16="http://schemas.microsoft.com/office/drawing/2014/main" id="{26272C3F-2667-84D2-8C7C-76F6F68BC1EC}"/>
              </a:ext>
            </a:extLst>
          </p:cNvPr>
          <p:cNvSpPr/>
          <p:nvPr/>
        </p:nvSpPr>
        <p:spPr>
          <a:xfrm>
            <a:off x="4645002" y="3618987"/>
            <a:ext cx="1767731" cy="798630"/>
          </a:xfrm>
          <a:prstGeom prst="roundRect">
            <a:avLst/>
          </a:prstGeom>
          <a:solidFill>
            <a:srgbClr val="1042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150">
                <a:solidFill>
                  <a:srgbClr val="FFFFFF"/>
                </a:solidFill>
                <a:latin typeface="Poppins" panose="00000500000000000000" pitchFamily="2" charset="0"/>
                <a:ea typeface="Poppins Bold"/>
                <a:cs typeface="Poppins" panose="00000500000000000000" pitchFamily="2" charset="0"/>
                <a:sym typeface="Poppins Bold"/>
              </a:rPr>
              <a:t>R&amp;D Testing</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Quality Audit</a:t>
            </a:r>
          </a:p>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Poppins" panose="00000500000000000000" pitchFamily="2" charset="0"/>
                <a:ea typeface="Poppins Bold"/>
                <a:cs typeface="Poppins" panose="00000500000000000000" pitchFamily="2" charset="0"/>
                <a:sym typeface="Poppins Bold"/>
              </a:rPr>
              <a:t>Business Case</a:t>
            </a:r>
          </a:p>
        </p:txBody>
      </p:sp>
      <p:sp>
        <p:nvSpPr>
          <p:cNvPr id="14" name="Rectangle: Rounded Corners 13">
            <a:extLst>
              <a:ext uri="{FF2B5EF4-FFF2-40B4-BE49-F238E27FC236}">
                <a16:creationId xmlns:a16="http://schemas.microsoft.com/office/drawing/2014/main" id="{942A0D13-DB1F-DBED-3FF5-A5930F8829C8}"/>
              </a:ext>
            </a:extLst>
          </p:cNvPr>
          <p:cNvSpPr/>
          <p:nvPr/>
        </p:nvSpPr>
        <p:spPr>
          <a:xfrm>
            <a:off x="1180679" y="1760226"/>
            <a:ext cx="5269973" cy="621447"/>
          </a:xfrm>
          <a:prstGeom prst="roundRect">
            <a:avLst/>
          </a:prstGeom>
          <a:solidFill>
            <a:srgbClr val="104226"/>
          </a:solidFill>
          <a:ln w="25400" cap="flat">
            <a:solidFill>
              <a:srgbClr val="E1F0EC"/>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EC6726"/>
                </a:solidFill>
                <a:effectLst/>
                <a:uLnTx/>
                <a:uFillTx/>
                <a:latin typeface="Poppins Bold"/>
                <a:ea typeface="Poppins Bold"/>
                <a:cs typeface="Poppins Bold"/>
                <a:sym typeface="Poppins Bold"/>
              </a:rPr>
              <a:t>Project Initiation </a:t>
            </a:r>
          </a:p>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E1F0EC"/>
                </a:solidFill>
                <a:effectLst/>
                <a:uLnTx/>
                <a:uFillTx/>
                <a:latin typeface="Poppins Bold"/>
                <a:cs typeface="Poppins Bold"/>
                <a:sym typeface="Poppins Bold"/>
              </a:rPr>
              <a:t>By </a:t>
            </a:r>
            <a:r>
              <a:rPr kumimoji="0" lang="en-US" sz="1600" b="1" i="1" u="sng" strike="noStrike" kern="1200" cap="none" spc="0" normalizeH="0" baseline="0" noProof="0">
                <a:ln>
                  <a:noFill/>
                </a:ln>
                <a:solidFill>
                  <a:srgbClr val="E1F0EC"/>
                </a:solidFill>
                <a:effectLst/>
                <a:uLnTx/>
                <a:uFillTx/>
                <a:latin typeface="Poppins Bold"/>
                <a:cs typeface="Poppins Bold"/>
                <a:sym typeface="Poppins Bold"/>
              </a:rPr>
              <a:t>OnePlan</a:t>
            </a:r>
            <a:r>
              <a:rPr kumimoji="0" lang="en-US" sz="1600" b="1" i="1" u="none" strike="noStrike" kern="1200" cap="none" spc="0" normalizeH="0" baseline="0" noProof="0">
                <a:ln>
                  <a:noFill/>
                </a:ln>
                <a:solidFill>
                  <a:srgbClr val="E1F0EC"/>
                </a:solidFill>
                <a:effectLst/>
                <a:uLnTx/>
                <a:uFillTx/>
                <a:latin typeface="Poppins Bold"/>
                <a:cs typeface="Poppins Bold"/>
                <a:sym typeface="Poppins Bold"/>
              </a:rPr>
              <a:t> </a:t>
            </a:r>
            <a:endParaRPr kumimoji="0" lang="en-US" sz="1600" b="0" i="0" u="sng" strike="noStrike" kern="1200" cap="none" spc="0" normalizeH="0" baseline="0" noProof="0">
              <a:ln>
                <a:noFill/>
              </a:ln>
              <a:solidFill>
                <a:srgbClr val="5E5E5E"/>
              </a:solidFill>
              <a:effectLst/>
              <a:uLnTx/>
              <a:uFillTx/>
              <a:latin typeface="Helvetica Neue"/>
            </a:endParaRPr>
          </a:p>
        </p:txBody>
      </p:sp>
      <p:sp>
        <p:nvSpPr>
          <p:cNvPr id="28" name="Freeform: Shape 27">
            <a:extLst>
              <a:ext uri="{FF2B5EF4-FFF2-40B4-BE49-F238E27FC236}">
                <a16:creationId xmlns:a16="http://schemas.microsoft.com/office/drawing/2014/main" id="{E564A52B-C098-4CDE-9057-27BC64DA1B4E}"/>
              </a:ext>
            </a:extLst>
          </p:cNvPr>
          <p:cNvSpPr/>
          <p:nvPr/>
        </p:nvSpPr>
        <p:spPr>
          <a:xfrm>
            <a:off x="1180680" y="1769627"/>
            <a:ext cx="730250" cy="593724"/>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11" name="Rectangle: Rounded Corners 10">
            <a:extLst>
              <a:ext uri="{FF2B5EF4-FFF2-40B4-BE49-F238E27FC236}">
                <a16:creationId xmlns:a16="http://schemas.microsoft.com/office/drawing/2014/main" id="{EAAC32E2-3549-509D-4EE4-4E8B89FDAE4F}"/>
              </a:ext>
            </a:extLst>
          </p:cNvPr>
          <p:cNvSpPr/>
          <p:nvPr/>
        </p:nvSpPr>
        <p:spPr>
          <a:xfrm>
            <a:off x="7617447" y="4479035"/>
            <a:ext cx="1379085"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104226"/>
                </a:solidFill>
                <a:latin typeface="Poppins Bold"/>
                <a:ea typeface="Poppins Bold"/>
                <a:cs typeface="Poppins Bold"/>
                <a:sym typeface="Poppins Bold"/>
              </a:rPr>
              <a:t>GF-0056</a:t>
            </a:r>
          </a:p>
        </p:txBody>
      </p:sp>
      <p:sp>
        <p:nvSpPr>
          <p:cNvPr id="12" name="Rectangle: Rounded Corners 11">
            <a:extLst>
              <a:ext uri="{FF2B5EF4-FFF2-40B4-BE49-F238E27FC236}">
                <a16:creationId xmlns:a16="http://schemas.microsoft.com/office/drawing/2014/main" id="{BD5E72EE-9344-BA52-5F5C-8049E60A51FE}"/>
              </a:ext>
            </a:extLst>
          </p:cNvPr>
          <p:cNvSpPr/>
          <p:nvPr/>
        </p:nvSpPr>
        <p:spPr>
          <a:xfrm>
            <a:off x="5731015" y="447903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Supplier Selection</a:t>
            </a:r>
          </a:p>
        </p:txBody>
      </p:sp>
      <p:sp>
        <p:nvSpPr>
          <p:cNvPr id="13" name="Rectangle: Rounded Corners 12">
            <a:extLst>
              <a:ext uri="{FF2B5EF4-FFF2-40B4-BE49-F238E27FC236}">
                <a16:creationId xmlns:a16="http://schemas.microsoft.com/office/drawing/2014/main" id="{D08EC907-472A-EE7B-DB03-A82C2F5F7308}"/>
              </a:ext>
            </a:extLst>
          </p:cNvPr>
          <p:cNvSpPr/>
          <p:nvPr/>
        </p:nvSpPr>
        <p:spPr>
          <a:xfrm>
            <a:off x="9492781" y="4482782"/>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lang="en-US" sz="1200" b="1">
                <a:solidFill>
                  <a:srgbClr val="104226"/>
                </a:solidFill>
                <a:latin typeface="Poppins Bold"/>
                <a:ea typeface="Poppins Bold"/>
                <a:cs typeface="Poppins Bold"/>
                <a:sym typeface="Poppins Bold"/>
              </a:rPr>
              <a:t>Launch PO</a:t>
            </a:r>
            <a:endPar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endParaRPr>
          </a:p>
        </p:txBody>
      </p:sp>
      <p:sp>
        <p:nvSpPr>
          <p:cNvPr id="15" name="Rectangle: Rounded Corners 14">
            <a:extLst>
              <a:ext uri="{FF2B5EF4-FFF2-40B4-BE49-F238E27FC236}">
                <a16:creationId xmlns:a16="http://schemas.microsoft.com/office/drawing/2014/main" id="{9F343DC3-0B48-2C9D-8AC6-7A37C37D7EA4}"/>
              </a:ext>
            </a:extLst>
          </p:cNvPr>
          <p:cNvSpPr/>
          <p:nvPr/>
        </p:nvSpPr>
        <p:spPr>
          <a:xfrm>
            <a:off x="1649108" y="449614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GF-0011 Approved</a:t>
            </a:r>
          </a:p>
        </p:txBody>
      </p:sp>
      <p:sp>
        <p:nvSpPr>
          <p:cNvPr id="16" name="Rectangle: Rounded Corners 15">
            <a:extLst>
              <a:ext uri="{FF2B5EF4-FFF2-40B4-BE49-F238E27FC236}">
                <a16:creationId xmlns:a16="http://schemas.microsoft.com/office/drawing/2014/main" id="{4A3E78FA-92EB-5CFB-6B7E-D3B632D5F5A5}"/>
              </a:ext>
            </a:extLst>
          </p:cNvPr>
          <p:cNvSpPr/>
          <p:nvPr/>
        </p:nvSpPr>
        <p:spPr>
          <a:xfrm>
            <a:off x="3644652" y="4496145"/>
            <a:ext cx="1485226" cy="246876"/>
          </a:xfrm>
          <a:prstGeom prst="roundRect">
            <a:avLst/>
          </a:prstGeom>
          <a:solidFill>
            <a:srgbClr val="A7D4B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04226"/>
                </a:solidFill>
                <a:effectLst/>
                <a:uLnTx/>
                <a:uFillTx/>
                <a:latin typeface="Poppins Bold"/>
                <a:ea typeface="Poppins Bold"/>
                <a:cs typeface="Poppins Bold"/>
                <a:sym typeface="Poppins Bold"/>
              </a:rPr>
              <a:t>Supplier Screen</a:t>
            </a:r>
          </a:p>
        </p:txBody>
      </p:sp>
      <p:sp>
        <p:nvSpPr>
          <p:cNvPr id="20" name="Freeform: Shape 19">
            <a:extLst>
              <a:ext uri="{FF2B5EF4-FFF2-40B4-BE49-F238E27FC236}">
                <a16:creationId xmlns:a16="http://schemas.microsoft.com/office/drawing/2014/main" id="{F814BFEB-F467-EFF2-DA71-3E9A9DFEBD03}"/>
              </a:ext>
            </a:extLst>
          </p:cNvPr>
          <p:cNvSpPr/>
          <p:nvPr/>
        </p:nvSpPr>
        <p:spPr>
          <a:xfrm>
            <a:off x="6460108" y="1765331"/>
            <a:ext cx="730250" cy="593724"/>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
        <p:nvSpPr>
          <p:cNvPr id="25" name="Rectangle: Rounded Corners 24">
            <a:extLst>
              <a:ext uri="{FF2B5EF4-FFF2-40B4-BE49-F238E27FC236}">
                <a16:creationId xmlns:a16="http://schemas.microsoft.com/office/drawing/2014/main" id="{A240DEA5-6DE9-5733-32C0-5A031168B4CA}"/>
              </a:ext>
            </a:extLst>
          </p:cNvPr>
          <p:cNvSpPr/>
          <p:nvPr/>
        </p:nvSpPr>
        <p:spPr>
          <a:xfrm>
            <a:off x="1161158" y="1063419"/>
            <a:ext cx="10739241" cy="655499"/>
          </a:xfrm>
          <a:prstGeom prst="roundRect">
            <a:avLst/>
          </a:prstGeom>
          <a:solidFill>
            <a:srgbClr val="A7D4B9"/>
          </a:solidFill>
          <a:ln w="25400" cap="flat">
            <a:solidFill>
              <a:srgbClr val="10422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spAutoFit/>
          </a:bodyPr>
          <a:lstStyle/>
          <a:p>
            <a:pPr marL="0" marR="0" lvl="0" indent="0" algn="ctr" defTabSz="121916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EC6726"/>
                </a:solidFill>
                <a:effectLst/>
                <a:uLnTx/>
                <a:uFillTx/>
                <a:latin typeface="Poppins Bold"/>
                <a:ea typeface="Poppins Bold"/>
                <a:cs typeface="Poppins Bold"/>
                <a:sym typeface="Poppins Bold"/>
              </a:rPr>
              <a:t>NPI Committee Meeting</a:t>
            </a:r>
          </a:p>
          <a:p>
            <a:pPr marL="0" marR="0" lvl="0" indent="0" algn="ctr" defTabSz="1219168"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104226"/>
                </a:solidFill>
                <a:effectLst/>
                <a:uLnTx/>
                <a:uFillTx/>
                <a:latin typeface="Poppins Bold"/>
                <a:cs typeface="Poppins Bold"/>
                <a:sym typeface="Poppins Bold"/>
              </a:rPr>
              <a:t>Monthly Meeting </a:t>
            </a:r>
            <a:endParaRPr kumimoji="0" lang="en-US" sz="1600" b="0" i="0" u="sng" strike="noStrike" kern="1200" cap="none" spc="0" normalizeH="0" baseline="0" noProof="0">
              <a:ln>
                <a:noFill/>
              </a:ln>
              <a:solidFill>
                <a:srgbClr val="104226"/>
              </a:solidFill>
              <a:effectLst/>
              <a:uLnTx/>
              <a:uFillTx/>
              <a:latin typeface="Helvetica Neue"/>
            </a:endParaRPr>
          </a:p>
        </p:txBody>
      </p:sp>
      <p:sp>
        <p:nvSpPr>
          <p:cNvPr id="26" name="Freeform: Shape 25">
            <a:extLst>
              <a:ext uri="{FF2B5EF4-FFF2-40B4-BE49-F238E27FC236}">
                <a16:creationId xmlns:a16="http://schemas.microsoft.com/office/drawing/2014/main" id="{B83E4358-29DA-F911-1AA7-2DC4CDE5E83C}"/>
              </a:ext>
            </a:extLst>
          </p:cNvPr>
          <p:cNvSpPr/>
          <p:nvPr/>
        </p:nvSpPr>
        <p:spPr>
          <a:xfrm>
            <a:off x="10185463" y="1755765"/>
            <a:ext cx="433704" cy="590816"/>
          </a:xfrm>
          <a:custGeom>
            <a:avLst/>
            <a:gdLst>
              <a:gd name="connsiteX0" fmla="*/ 103577 w 726077"/>
              <a:gd name="connsiteY0" fmla="*/ 0 h 621447"/>
              <a:gd name="connsiteX1" fmla="*/ 585067 w 726077"/>
              <a:gd name="connsiteY1" fmla="*/ 0 h 621447"/>
              <a:gd name="connsiteX2" fmla="*/ 624749 w 726077"/>
              <a:gd name="connsiteY2" fmla="*/ 44022 h 621447"/>
              <a:gd name="connsiteX3" fmla="*/ 726077 w 726077"/>
              <a:gd name="connsiteY3" fmla="*/ 347657 h 621447"/>
              <a:gd name="connsiteX4" fmla="*/ 679452 w 726077"/>
              <a:gd name="connsiteY4" fmla="*/ 559044 h 621447"/>
              <a:gd name="connsiteX5" fmla="*/ 642447 w 726077"/>
              <a:gd name="connsiteY5" fmla="*/ 621447 h 621447"/>
              <a:gd name="connsiteX6" fmla="*/ 103577 w 726077"/>
              <a:gd name="connsiteY6" fmla="*/ 621447 h 621447"/>
              <a:gd name="connsiteX7" fmla="*/ 0 w 726077"/>
              <a:gd name="connsiteY7" fmla="*/ 517870 h 621447"/>
              <a:gd name="connsiteX8" fmla="*/ 0 w 726077"/>
              <a:gd name="connsiteY8" fmla="*/ 103577 h 621447"/>
              <a:gd name="connsiteX9" fmla="*/ 103577 w 726077"/>
              <a:gd name="connsiteY9" fmla="*/ 0 h 62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077" h="621447">
                <a:moveTo>
                  <a:pt x="103577" y="0"/>
                </a:moveTo>
                <a:lnTo>
                  <a:pt x="585067" y="0"/>
                </a:lnTo>
                <a:lnTo>
                  <a:pt x="624749" y="44022"/>
                </a:lnTo>
                <a:cubicBezTo>
                  <a:pt x="688722" y="130696"/>
                  <a:pt x="726077" y="235184"/>
                  <a:pt x="726077" y="347657"/>
                </a:cubicBezTo>
                <a:cubicBezTo>
                  <a:pt x="726077" y="422639"/>
                  <a:pt x="709475" y="494072"/>
                  <a:pt x="679452" y="559044"/>
                </a:cubicBezTo>
                <a:lnTo>
                  <a:pt x="642447" y="621447"/>
                </a:lnTo>
                <a:lnTo>
                  <a:pt x="103577" y="621447"/>
                </a:lnTo>
                <a:cubicBezTo>
                  <a:pt x="46373" y="621447"/>
                  <a:pt x="0" y="575074"/>
                  <a:pt x="0" y="517870"/>
                </a:cubicBezTo>
                <a:lnTo>
                  <a:pt x="0" y="103577"/>
                </a:lnTo>
                <a:cubicBezTo>
                  <a:pt x="0" y="46373"/>
                  <a:pt x="46373" y="0"/>
                  <a:pt x="103577" y="0"/>
                </a:cubicBezTo>
                <a:close/>
              </a:path>
            </a:pathLst>
          </a:custGeom>
          <a:solidFill>
            <a:srgbClr val="EC672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9050" tIns="19050" rIns="19050" bIns="19050" numCol="1" spcCol="38100" rtlCol="0" anchor="ctr">
            <a:noAutofit/>
          </a:bodyPr>
          <a:lstStyle/>
          <a:p>
            <a:pPr marL="0" marR="0" indent="0" algn="ctr" defTabSz="1219168" rtl="0" fontAlgn="auto" latinLnBrk="0" hangingPunct="0">
              <a:lnSpc>
                <a:spcPct val="100000"/>
              </a:lnSpc>
              <a:spcBef>
                <a:spcPts val="0"/>
              </a:spcBef>
              <a:spcAft>
                <a:spcPts val="0"/>
              </a:spcAft>
              <a:buClrTx/>
              <a:buSzTx/>
              <a:buFontTx/>
              <a:buNone/>
              <a:tabLst/>
            </a:pPr>
            <a:r>
              <a:rPr lang="en-US" sz="2000" b="1">
                <a:solidFill>
                  <a:schemeClr val="bg1"/>
                </a:solidFill>
                <a:latin typeface="Poppins Bold"/>
                <a:ea typeface="Poppins Bold"/>
                <a:cs typeface="Poppins Bold"/>
                <a:sym typeface="Poppins Bold"/>
              </a:rPr>
              <a:t>III</a:t>
            </a:r>
            <a:endParaRPr kumimoji="0" lang="en-US" sz="1100" b="1" i="0" u="none" strike="noStrike" cap="none" spc="0" normalizeH="0" baseline="0">
              <a:ln>
                <a:noFill/>
              </a:ln>
              <a:solidFill>
                <a:schemeClr val="bg1"/>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385976292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19050" tIns="19050" rIns="19050" bIns="19050" numCol="1" spcCol="38100" rtlCol="0" anchor="ctr">
        <a:spAutoFit/>
      </a:bodyPr>
      <a:lstStyle>
        <a:defPPr marL="0" marR="0" indent="0" algn="ctr" defTabSz="1219168"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5E5E5E"/>
            </a:solidFill>
            <a:effectLst/>
            <a:uFillTx/>
            <a:latin typeface="Poppins Bold"/>
            <a:ea typeface="Poppins Bold"/>
            <a:cs typeface="Poppins Bold"/>
            <a:sym typeface="Poppi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19050" tIns="19050" rIns="19050" bIns="19050" numCol="1" spcCol="38100" rtlCol="0" anchor="ctr">
        <a:spAutoFit/>
      </a:bodyPr>
      <a:lstStyle>
        <a:defPPr marL="0" marR="0" indent="0" algn="ctr" defTabSz="1219168"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5E5E5E"/>
            </a:solidFill>
            <a:effectLst/>
            <a:uFillTx/>
            <a:latin typeface="Poppins Bold"/>
            <a:ea typeface="Poppins Bold"/>
            <a:cs typeface="Poppins Bold"/>
            <a:sym typeface="Poppi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VZ_PPT_4x3_NHG_v01-02_083115">
  <a:themeElements>
    <a:clrScheme name="Verizon PowerPoint 2015">
      <a:dk1>
        <a:srgbClr val="000000"/>
      </a:dk1>
      <a:lt1>
        <a:srgbClr val="FFFFFF"/>
      </a:lt1>
      <a:dk2>
        <a:srgbClr val="333333"/>
      </a:dk2>
      <a:lt2>
        <a:srgbClr val="F6F6F6"/>
      </a:lt2>
      <a:accent1>
        <a:srgbClr val="CD040B"/>
      </a:accent1>
      <a:accent2>
        <a:srgbClr val="E4E5E3"/>
      </a:accent2>
      <a:accent3>
        <a:srgbClr val="82CEAC"/>
      </a:accent3>
      <a:accent4>
        <a:srgbClr val="ABE0F9"/>
      </a:accent4>
      <a:accent5>
        <a:srgbClr val="FBD362"/>
      </a:accent5>
      <a:accent6>
        <a:srgbClr val="F9B295"/>
      </a:accent6>
      <a:hlink>
        <a:srgbClr val="0066CC"/>
      </a:hlink>
      <a:folHlink>
        <a:srgbClr val="0066CC"/>
      </a:folHlink>
    </a:clrScheme>
    <a:fontScheme name="Verizon PowerPoint 2015">
      <a:majorFont>
        <a:latin typeface="NeueHaasGroteskDisp Std"/>
        <a:ea typeface=""/>
        <a:cs typeface=""/>
      </a:majorFont>
      <a:minorFont>
        <a:latin typeface="NeueHaasGroteskText Std"/>
        <a:ea typeface=""/>
        <a:cs typeface=""/>
      </a:minorFont>
    </a:fontScheme>
    <a:fmtScheme name="Verizon PowerPoint 2015">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5f93af-3ce5-4523-b74a-3dd4b2f1b6d3">
      <Terms xmlns="http://schemas.microsoft.com/office/infopath/2007/PartnerControls"/>
    </lcf76f155ced4ddcb4097134ff3c332f>
    <TaxCatchAll xmlns="45721b8a-42d7-4c60-ac7c-2a8b630d212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378E4223E0C84D9B1880D8C03DFD10" ma:contentTypeVersion="18" ma:contentTypeDescription="Create a new document." ma:contentTypeScope="" ma:versionID="525de4aafd17e19a875a8ec8bde83da2">
  <xsd:schema xmlns:xsd="http://www.w3.org/2001/XMLSchema" xmlns:xs="http://www.w3.org/2001/XMLSchema" xmlns:p="http://schemas.microsoft.com/office/2006/metadata/properties" xmlns:ns2="ed5f93af-3ce5-4523-b74a-3dd4b2f1b6d3" xmlns:ns3="45721b8a-42d7-4c60-ac7c-2a8b630d212e" targetNamespace="http://schemas.microsoft.com/office/2006/metadata/properties" ma:root="true" ma:fieldsID="b310798e4ec4646d4ab0fe6a5f9fb87d" ns2:_="" ns3:_="">
    <xsd:import namespace="ed5f93af-3ce5-4523-b74a-3dd4b2f1b6d3"/>
    <xsd:import namespace="45721b8a-42d7-4c60-ac7c-2a8b630d212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93af-3ce5-4523-b74a-3dd4b2f1b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0fd70fec-8238-495f-b41f-5eb13c827ab2"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721b8a-42d7-4c60-ac7c-2a8b630d212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f2731a34-a8be-4536-aea4-2db9014e5b57}" ma:internalName="TaxCatchAll" ma:showField="CatchAllData" ma:web="45721b8a-42d7-4c60-ac7c-2a8b630d21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7EBFF3-4462-4910-9CC3-7704B57D0958}">
  <ds:schemaRefs>
    <ds:schemaRef ds:uri="45721b8a-42d7-4c60-ac7c-2a8b630d212e"/>
    <ds:schemaRef ds:uri="ed5f93af-3ce5-4523-b74a-3dd4b2f1b6d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7718C61-19CE-4F89-8ABE-BA78A4D2DE1A}">
  <ds:schemaRefs>
    <ds:schemaRef ds:uri="http://schemas.microsoft.com/sharepoint/v3/contenttype/forms"/>
  </ds:schemaRefs>
</ds:datastoreItem>
</file>

<file path=customXml/itemProps3.xml><?xml version="1.0" encoding="utf-8"?>
<ds:datastoreItem xmlns:ds="http://schemas.openxmlformats.org/officeDocument/2006/customXml" ds:itemID="{849D240B-6303-481F-8B3D-4FE13C8D6998}">
  <ds:schemaRefs>
    <ds:schemaRef ds:uri="45721b8a-42d7-4c60-ac7c-2a8b630d212e"/>
    <ds:schemaRef ds:uri="ed5f93af-3ce5-4523-b74a-3dd4b2f1b6d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TotalTime>
  <Words>1280</Words>
  <Application>Microsoft Office PowerPoint</Application>
  <PresentationFormat>宽屏</PresentationFormat>
  <Paragraphs>596</Paragraphs>
  <Slides>9</Slides>
  <Notes>8</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9</vt:i4>
      </vt:variant>
    </vt:vector>
  </HeadingPairs>
  <TitlesOfParts>
    <vt:vector size="22" baseType="lpstr">
      <vt:lpstr>Helvetica Neue</vt:lpstr>
      <vt:lpstr>Helvetica Neue Medium</vt:lpstr>
      <vt:lpstr>NeueHaasGroteskDisp Std</vt:lpstr>
      <vt:lpstr>NeueHaasGroteskText Std</vt:lpstr>
      <vt:lpstr>宋体</vt:lpstr>
      <vt:lpstr>Aptos</vt:lpstr>
      <vt:lpstr>Arial</vt:lpstr>
      <vt:lpstr>Arial Narrow</vt:lpstr>
      <vt:lpstr>Calibri</vt:lpstr>
      <vt:lpstr>Poppins</vt:lpstr>
      <vt:lpstr>Poppins Bold</vt:lpstr>
      <vt:lpstr>21_BasicWhite</vt:lpstr>
      <vt:lpstr>VZ_PPT_4x3_NHG_v01-02_083115</vt:lpstr>
      <vt:lpstr>NPI Sourcing Process 2.0  Stage Reviews  January 8, 2024</vt:lpstr>
      <vt:lpstr>NPI Sourcing Process 2.0 Overview</vt:lpstr>
      <vt:lpstr>PowerPoint 演示文稿</vt:lpstr>
      <vt:lpstr>PowerPoint 演示文稿</vt:lpstr>
      <vt:lpstr>NPI Committee Meeting</vt:lpstr>
      <vt:lpstr>Stage 2  Template - Potential Suppliers</vt:lpstr>
      <vt:lpstr>Stage 3 Template  - Suppliers Selection</vt:lpstr>
      <vt:lpstr>Stage 4  Template – Launch Order approval</vt:lpstr>
      <vt:lpstr>NPI Sourcing Process 2.0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Collection Product Overview</dc:title>
  <dc:creator>Brianna Miles</dc:creator>
  <cp:lastModifiedBy>Ciel Wang</cp:lastModifiedBy>
  <cp:revision>3</cp:revision>
  <dcterms:created xsi:type="dcterms:W3CDTF">2023-01-18T00:24:44Z</dcterms:created>
  <dcterms:modified xsi:type="dcterms:W3CDTF">2025-01-14T09:51:08Z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0x0101009E378E4223E0C84D9B1880D8C03DFD10</vt:lpwstr>
  </property>
  <property fmtid="{D5CDD505-2E9C-101B-9397-08002B2CF9AE}" pid="3" name="MediaServiceImageTags">
    <vt:lpwstr/>
  </property>
</Properties>
</file>