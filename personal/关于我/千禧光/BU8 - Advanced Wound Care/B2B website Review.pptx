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56" r:id="rId4"/>
    <p:sldId id="257" r:id="rId5"/>
    <p:sldId id="260" r:id="rId6"/>
    <p:sldId id="259"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CF8E5E-1DA6-4C7E-91D1-CEB5E7D09943}" v="16" dt="2025-12-11T07:01:17.0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Lu" userId="65677d25-64a9-4d0a-aaa0-eb9773526453" providerId="ADAL" clId="{0BF73FD7-F12C-41D7-A3E2-149EC2D734D6}"/>
    <pc:docChg chg="custSel addSld delSld modSld sldOrd">
      <pc:chgData name="Alex Lu" userId="65677d25-64a9-4d0a-aaa0-eb9773526453" providerId="ADAL" clId="{0BF73FD7-F12C-41D7-A3E2-149EC2D734D6}" dt="2025-12-11T07:01:27.779" v="482" actId="20577"/>
      <pc:docMkLst>
        <pc:docMk/>
      </pc:docMkLst>
      <pc:sldChg chg="addSp delSp modSp new mod">
        <pc:chgData name="Alex Lu" userId="65677d25-64a9-4d0a-aaa0-eb9773526453" providerId="ADAL" clId="{0BF73FD7-F12C-41D7-A3E2-149EC2D734D6}" dt="2025-12-11T06:22:38.858" v="339" actId="1076"/>
        <pc:sldMkLst>
          <pc:docMk/>
          <pc:sldMk cId="3342585552" sldId="256"/>
        </pc:sldMkLst>
        <pc:spChg chg="del">
          <ac:chgData name="Alex Lu" userId="65677d25-64a9-4d0a-aaa0-eb9773526453" providerId="ADAL" clId="{0BF73FD7-F12C-41D7-A3E2-149EC2D734D6}" dt="2025-12-11T05:20:04.840" v="5" actId="478"/>
          <ac:spMkLst>
            <pc:docMk/>
            <pc:sldMk cId="3342585552" sldId="256"/>
            <ac:spMk id="2" creationId="{7699D3C2-4B45-A2E9-C7A0-1DD4DD5B03AC}"/>
          </ac:spMkLst>
        </pc:spChg>
        <pc:spChg chg="mod">
          <ac:chgData name="Alex Lu" userId="65677d25-64a9-4d0a-aaa0-eb9773526453" providerId="ADAL" clId="{0BF73FD7-F12C-41D7-A3E2-149EC2D734D6}" dt="2025-12-11T06:20:20.539" v="323" actId="1076"/>
          <ac:spMkLst>
            <pc:docMk/>
            <pc:sldMk cId="3342585552" sldId="256"/>
            <ac:spMk id="3" creationId="{F93E9F90-9D94-B318-67E8-97DDFBFF5BA5}"/>
          </ac:spMkLst>
        </pc:spChg>
        <pc:picChg chg="add mod">
          <ac:chgData name="Alex Lu" userId="65677d25-64a9-4d0a-aaa0-eb9773526453" providerId="ADAL" clId="{0BF73FD7-F12C-41D7-A3E2-149EC2D734D6}" dt="2025-12-11T05:27:37.721" v="81" actId="1076"/>
          <ac:picMkLst>
            <pc:docMk/>
            <pc:sldMk cId="3342585552" sldId="256"/>
            <ac:picMk id="5" creationId="{A163815F-0744-E66B-B7CA-6E7E04A6BD54}"/>
          </ac:picMkLst>
        </pc:picChg>
        <pc:picChg chg="add mod">
          <ac:chgData name="Alex Lu" userId="65677d25-64a9-4d0a-aaa0-eb9773526453" providerId="ADAL" clId="{0BF73FD7-F12C-41D7-A3E2-149EC2D734D6}" dt="2025-12-11T05:20:23.329" v="16" actId="1076"/>
          <ac:picMkLst>
            <pc:docMk/>
            <pc:sldMk cId="3342585552" sldId="256"/>
            <ac:picMk id="7" creationId="{9D65D481-A531-C36D-2F94-48B09355B83B}"/>
          </ac:picMkLst>
        </pc:picChg>
        <pc:cxnChg chg="add mod">
          <ac:chgData name="Alex Lu" userId="65677d25-64a9-4d0a-aaa0-eb9773526453" providerId="ADAL" clId="{0BF73FD7-F12C-41D7-A3E2-149EC2D734D6}" dt="2025-12-11T06:22:38.858" v="339" actId="1076"/>
          <ac:cxnSpMkLst>
            <pc:docMk/>
            <pc:sldMk cId="3342585552" sldId="256"/>
            <ac:cxnSpMk id="9" creationId="{5A70E134-D023-86A1-B0C8-C79424ADBE37}"/>
          </ac:cxnSpMkLst>
        </pc:cxnChg>
      </pc:sldChg>
      <pc:sldChg chg="addSp delSp modSp new mod">
        <pc:chgData name="Alex Lu" userId="65677d25-64a9-4d0a-aaa0-eb9773526453" providerId="ADAL" clId="{0BF73FD7-F12C-41D7-A3E2-149EC2D734D6}" dt="2025-12-11T06:28:58.481" v="437" actId="113"/>
        <pc:sldMkLst>
          <pc:docMk/>
          <pc:sldMk cId="1324030938" sldId="257"/>
        </pc:sldMkLst>
        <pc:spChg chg="del">
          <ac:chgData name="Alex Lu" userId="65677d25-64a9-4d0a-aaa0-eb9773526453" providerId="ADAL" clId="{0BF73FD7-F12C-41D7-A3E2-149EC2D734D6}" dt="2025-12-11T05:22:14.881" v="36" actId="478"/>
          <ac:spMkLst>
            <pc:docMk/>
            <pc:sldMk cId="1324030938" sldId="257"/>
            <ac:spMk id="2" creationId="{3AF721A3-9F07-FD94-4DAF-81DC05733E3E}"/>
          </ac:spMkLst>
        </pc:spChg>
        <pc:spChg chg="del">
          <ac:chgData name="Alex Lu" userId="65677d25-64a9-4d0a-aaa0-eb9773526453" providerId="ADAL" clId="{0BF73FD7-F12C-41D7-A3E2-149EC2D734D6}" dt="2025-12-11T05:22:34.495" v="40" actId="478"/>
          <ac:spMkLst>
            <pc:docMk/>
            <pc:sldMk cId="1324030938" sldId="257"/>
            <ac:spMk id="3" creationId="{5758C21F-0A71-1E4E-E9DC-99B0CACABC8B}"/>
          </ac:spMkLst>
        </pc:spChg>
        <pc:spChg chg="add mod">
          <ac:chgData name="Alex Lu" userId="65677d25-64a9-4d0a-aaa0-eb9773526453" providerId="ADAL" clId="{0BF73FD7-F12C-41D7-A3E2-149EC2D734D6}" dt="2025-12-11T06:28:58.481" v="437" actId="113"/>
          <ac:spMkLst>
            <pc:docMk/>
            <pc:sldMk cId="1324030938" sldId="257"/>
            <ac:spMk id="5" creationId="{82C6529B-F658-4E95-7D4F-B242C6E799C5}"/>
          </ac:spMkLst>
        </pc:spChg>
        <pc:spChg chg="add mod">
          <ac:chgData name="Alex Lu" userId="65677d25-64a9-4d0a-aaa0-eb9773526453" providerId="ADAL" clId="{0BF73FD7-F12C-41D7-A3E2-149EC2D734D6}" dt="2025-12-11T05:27:02.730" v="74" actId="1076"/>
          <ac:spMkLst>
            <pc:docMk/>
            <pc:sldMk cId="1324030938" sldId="257"/>
            <ac:spMk id="14" creationId="{4EF8B545-857D-21F3-62CD-0C0F9200365A}"/>
          </ac:spMkLst>
        </pc:spChg>
        <pc:picChg chg="add mod">
          <ac:chgData name="Alex Lu" userId="65677d25-64a9-4d0a-aaa0-eb9773526453" providerId="ADAL" clId="{0BF73FD7-F12C-41D7-A3E2-149EC2D734D6}" dt="2025-12-11T05:23:11.980" v="45" actId="1076"/>
          <ac:picMkLst>
            <pc:docMk/>
            <pc:sldMk cId="1324030938" sldId="257"/>
            <ac:picMk id="7" creationId="{4D24AECB-B4F1-1F0C-3F1B-B4C74608237E}"/>
          </ac:picMkLst>
        </pc:picChg>
        <pc:picChg chg="add mod">
          <ac:chgData name="Alex Lu" userId="65677d25-64a9-4d0a-aaa0-eb9773526453" providerId="ADAL" clId="{0BF73FD7-F12C-41D7-A3E2-149EC2D734D6}" dt="2025-12-11T06:22:26.080" v="338" actId="1076"/>
          <ac:picMkLst>
            <pc:docMk/>
            <pc:sldMk cId="1324030938" sldId="257"/>
            <ac:picMk id="9" creationId="{62FBC763-96DC-1BB0-F109-0BF0C0146A82}"/>
          </ac:picMkLst>
        </pc:picChg>
        <pc:picChg chg="add mod">
          <ac:chgData name="Alex Lu" userId="65677d25-64a9-4d0a-aaa0-eb9773526453" providerId="ADAL" clId="{0BF73FD7-F12C-41D7-A3E2-149EC2D734D6}" dt="2025-12-11T05:26:36.286" v="67" actId="14100"/>
          <ac:picMkLst>
            <pc:docMk/>
            <pc:sldMk cId="1324030938" sldId="257"/>
            <ac:picMk id="13" creationId="{FFEEC68E-A82B-6E6C-B09D-B0945A430CCB}"/>
          </ac:picMkLst>
        </pc:picChg>
        <pc:cxnChg chg="add mod">
          <ac:chgData name="Alex Lu" userId="65677d25-64a9-4d0a-aaa0-eb9773526453" providerId="ADAL" clId="{0BF73FD7-F12C-41D7-A3E2-149EC2D734D6}" dt="2025-12-11T05:24:43.915" v="56" actId="14100"/>
          <ac:cxnSpMkLst>
            <pc:docMk/>
            <pc:sldMk cId="1324030938" sldId="257"/>
            <ac:cxnSpMk id="10" creationId="{AE1191FD-16EA-B0C0-3C4B-D7DD59B7D644}"/>
          </ac:cxnSpMkLst>
        </pc:cxnChg>
        <pc:cxnChg chg="add mod">
          <ac:chgData name="Alex Lu" userId="65677d25-64a9-4d0a-aaa0-eb9773526453" providerId="ADAL" clId="{0BF73FD7-F12C-41D7-A3E2-149EC2D734D6}" dt="2025-12-11T05:27:15.811" v="77" actId="14100"/>
          <ac:cxnSpMkLst>
            <pc:docMk/>
            <pc:sldMk cId="1324030938" sldId="257"/>
            <ac:cxnSpMk id="15" creationId="{2B237162-44DE-9D07-2C59-5641EF56C9D9}"/>
          </ac:cxnSpMkLst>
        </pc:cxnChg>
      </pc:sldChg>
      <pc:sldChg chg="new del ord">
        <pc:chgData name="Alex Lu" userId="65677d25-64a9-4d0a-aaa0-eb9773526453" providerId="ADAL" clId="{0BF73FD7-F12C-41D7-A3E2-149EC2D734D6}" dt="2025-12-11T06:27:49.285" v="435" actId="47"/>
        <pc:sldMkLst>
          <pc:docMk/>
          <pc:sldMk cId="2000881943" sldId="258"/>
        </pc:sldMkLst>
      </pc:sldChg>
      <pc:sldChg chg="addSp delSp modSp new mod ord">
        <pc:chgData name="Alex Lu" userId="65677d25-64a9-4d0a-aaa0-eb9773526453" providerId="ADAL" clId="{0BF73FD7-F12C-41D7-A3E2-149EC2D734D6}" dt="2025-12-11T06:30:56.309" v="477" actId="20577"/>
        <pc:sldMkLst>
          <pc:docMk/>
          <pc:sldMk cId="79129892" sldId="259"/>
        </pc:sldMkLst>
        <pc:spChg chg="del">
          <ac:chgData name="Alex Lu" userId="65677d25-64a9-4d0a-aaa0-eb9773526453" providerId="ADAL" clId="{0BF73FD7-F12C-41D7-A3E2-149EC2D734D6}" dt="2025-12-11T05:32:57.863" v="185" actId="478"/>
          <ac:spMkLst>
            <pc:docMk/>
            <pc:sldMk cId="79129892" sldId="259"/>
            <ac:spMk id="2" creationId="{45D1A30F-1BC5-4B06-7B86-AA34284C63E7}"/>
          </ac:spMkLst>
        </pc:spChg>
        <pc:spChg chg="del">
          <ac:chgData name="Alex Lu" userId="65677d25-64a9-4d0a-aaa0-eb9773526453" providerId="ADAL" clId="{0BF73FD7-F12C-41D7-A3E2-149EC2D734D6}" dt="2025-12-11T05:32:56.255" v="184" actId="478"/>
          <ac:spMkLst>
            <pc:docMk/>
            <pc:sldMk cId="79129892" sldId="259"/>
            <ac:spMk id="3" creationId="{31E75947-F629-9D04-9A84-69F03B793164}"/>
          </ac:spMkLst>
        </pc:spChg>
        <pc:spChg chg="add mod">
          <ac:chgData name="Alex Lu" userId="65677d25-64a9-4d0a-aaa0-eb9773526453" providerId="ADAL" clId="{0BF73FD7-F12C-41D7-A3E2-149EC2D734D6}" dt="2025-12-11T06:30:56.309" v="477" actId="20577"/>
          <ac:spMkLst>
            <pc:docMk/>
            <pc:sldMk cId="79129892" sldId="259"/>
            <ac:spMk id="5" creationId="{047C737E-3F54-6E43-E4F3-36E7E37C07E5}"/>
          </ac:spMkLst>
        </pc:spChg>
        <pc:picChg chg="add mod">
          <ac:chgData name="Alex Lu" userId="65677d25-64a9-4d0a-aaa0-eb9773526453" providerId="ADAL" clId="{0BF73FD7-F12C-41D7-A3E2-149EC2D734D6}" dt="2025-12-11T05:37:45.900" v="193" actId="1076"/>
          <ac:picMkLst>
            <pc:docMk/>
            <pc:sldMk cId="79129892" sldId="259"/>
            <ac:picMk id="7" creationId="{E05DF763-0049-427B-20DA-E29DB2B6FE04}"/>
          </ac:picMkLst>
        </pc:picChg>
        <pc:picChg chg="add mod">
          <ac:chgData name="Alex Lu" userId="65677d25-64a9-4d0a-aaa0-eb9773526453" providerId="ADAL" clId="{0BF73FD7-F12C-41D7-A3E2-149EC2D734D6}" dt="2025-12-11T05:37:05.336" v="188" actId="1076"/>
          <ac:picMkLst>
            <pc:docMk/>
            <pc:sldMk cId="79129892" sldId="259"/>
            <ac:picMk id="1026" creationId="{A8E4185E-B75E-0E70-B041-84DF283E17C6}"/>
          </ac:picMkLst>
        </pc:picChg>
      </pc:sldChg>
      <pc:sldChg chg="addSp delSp modSp new mod ord">
        <pc:chgData name="Alex Lu" userId="65677d25-64a9-4d0a-aaa0-eb9773526453" providerId="ADAL" clId="{0BF73FD7-F12C-41D7-A3E2-149EC2D734D6}" dt="2025-12-11T06:25:34.558" v="416" actId="1076"/>
        <pc:sldMkLst>
          <pc:docMk/>
          <pc:sldMk cId="2454541500" sldId="260"/>
        </pc:sldMkLst>
        <pc:spChg chg="del">
          <ac:chgData name="Alex Lu" userId="65677d25-64a9-4d0a-aaa0-eb9773526453" providerId="ADAL" clId="{0BF73FD7-F12C-41D7-A3E2-149EC2D734D6}" dt="2025-12-11T05:28:07.131" v="88" actId="478"/>
          <ac:spMkLst>
            <pc:docMk/>
            <pc:sldMk cId="2454541500" sldId="260"/>
            <ac:spMk id="2" creationId="{B7966728-3A45-F808-416D-6898C7D905DD}"/>
          </ac:spMkLst>
        </pc:spChg>
        <pc:spChg chg="del">
          <ac:chgData name="Alex Lu" userId="65677d25-64a9-4d0a-aaa0-eb9773526453" providerId="ADAL" clId="{0BF73FD7-F12C-41D7-A3E2-149EC2D734D6}" dt="2025-12-11T05:28:00.686" v="85" actId="478"/>
          <ac:spMkLst>
            <pc:docMk/>
            <pc:sldMk cId="2454541500" sldId="260"/>
            <ac:spMk id="3" creationId="{29D8E51B-785C-6E3B-2809-C16A04CD343A}"/>
          </ac:spMkLst>
        </pc:spChg>
        <pc:spChg chg="add mod">
          <ac:chgData name="Alex Lu" userId="65677d25-64a9-4d0a-aaa0-eb9773526453" providerId="ADAL" clId="{0BF73FD7-F12C-41D7-A3E2-149EC2D734D6}" dt="2025-12-11T06:25:34.558" v="416" actId="1076"/>
          <ac:spMkLst>
            <pc:docMk/>
            <pc:sldMk cId="2454541500" sldId="260"/>
            <ac:spMk id="5" creationId="{81938315-0FEC-F1FF-9C8C-D5848B670202}"/>
          </ac:spMkLst>
        </pc:spChg>
        <pc:spChg chg="add mod">
          <ac:chgData name="Alex Lu" userId="65677d25-64a9-4d0a-aaa0-eb9773526453" providerId="ADAL" clId="{0BF73FD7-F12C-41D7-A3E2-149EC2D734D6}" dt="2025-12-11T05:32:00.953" v="178" actId="20577"/>
          <ac:spMkLst>
            <pc:docMk/>
            <pc:sldMk cId="2454541500" sldId="260"/>
            <ac:spMk id="9" creationId="{ADE9AE72-7BB7-83B5-CDB7-183FF96DD317}"/>
          </ac:spMkLst>
        </pc:spChg>
        <pc:picChg chg="add mod">
          <ac:chgData name="Alex Lu" userId="65677d25-64a9-4d0a-aaa0-eb9773526453" providerId="ADAL" clId="{0BF73FD7-F12C-41D7-A3E2-149EC2D734D6}" dt="2025-12-11T05:29:29.443" v="101" actId="1076"/>
          <ac:picMkLst>
            <pc:docMk/>
            <pc:sldMk cId="2454541500" sldId="260"/>
            <ac:picMk id="7" creationId="{7FBB371B-E6DD-C0C8-ABE4-9919A706A12C}"/>
          </ac:picMkLst>
        </pc:picChg>
        <pc:cxnChg chg="add mod">
          <ac:chgData name="Alex Lu" userId="65677d25-64a9-4d0a-aaa0-eb9773526453" providerId="ADAL" clId="{0BF73FD7-F12C-41D7-A3E2-149EC2D734D6}" dt="2025-12-11T05:29:44.540" v="105" actId="1076"/>
          <ac:cxnSpMkLst>
            <pc:docMk/>
            <pc:sldMk cId="2454541500" sldId="260"/>
            <ac:cxnSpMk id="10" creationId="{27CC69ED-FCE6-90FB-0047-4C35F681C91E}"/>
          </ac:cxnSpMkLst>
        </pc:cxnChg>
      </pc:sldChg>
      <pc:sldChg chg="new del">
        <pc:chgData name="Alex Lu" userId="65677d25-64a9-4d0a-aaa0-eb9773526453" providerId="ADAL" clId="{0BF73FD7-F12C-41D7-A3E2-149EC2D734D6}" dt="2025-12-11T06:27:50.047" v="436" actId="47"/>
        <pc:sldMkLst>
          <pc:docMk/>
          <pc:sldMk cId="2159328337" sldId="261"/>
        </pc:sldMkLst>
      </pc:sldChg>
      <pc:sldChg chg="new del">
        <pc:chgData name="Alex Lu" userId="65677d25-64a9-4d0a-aaa0-eb9773526453" providerId="ADAL" clId="{0BF73FD7-F12C-41D7-A3E2-149EC2D734D6}" dt="2025-12-11T06:27:48.512" v="434" actId="47"/>
        <pc:sldMkLst>
          <pc:docMk/>
          <pc:sldMk cId="1307869076" sldId="262"/>
        </pc:sldMkLst>
      </pc:sldChg>
      <pc:sldChg chg="addSp delSp modSp new mod">
        <pc:chgData name="Alex Lu" userId="65677d25-64a9-4d0a-aaa0-eb9773526453" providerId="ADAL" clId="{0BF73FD7-F12C-41D7-A3E2-149EC2D734D6}" dt="2025-12-11T07:01:27.779" v="482" actId="20577"/>
        <pc:sldMkLst>
          <pc:docMk/>
          <pc:sldMk cId="1632191857" sldId="263"/>
        </pc:sldMkLst>
        <pc:spChg chg="del">
          <ac:chgData name="Alex Lu" userId="65677d25-64a9-4d0a-aaa0-eb9773526453" providerId="ADAL" clId="{0BF73FD7-F12C-41D7-A3E2-149EC2D734D6}" dt="2025-12-11T05:41:29.558" v="241" actId="478"/>
          <ac:spMkLst>
            <pc:docMk/>
            <pc:sldMk cId="1632191857" sldId="263"/>
            <ac:spMk id="2" creationId="{AA2DB1D4-76AF-278C-75DB-DE1F0E488ED0}"/>
          </ac:spMkLst>
        </pc:spChg>
        <pc:spChg chg="del">
          <ac:chgData name="Alex Lu" userId="65677d25-64a9-4d0a-aaa0-eb9773526453" providerId="ADAL" clId="{0BF73FD7-F12C-41D7-A3E2-149EC2D734D6}" dt="2025-12-11T05:40:29.992" v="198" actId="478"/>
          <ac:spMkLst>
            <pc:docMk/>
            <pc:sldMk cId="1632191857" sldId="263"/>
            <ac:spMk id="3" creationId="{E0947D3D-CA44-0AAC-27C2-D32231972A8D}"/>
          </ac:spMkLst>
        </pc:spChg>
        <pc:spChg chg="add mod">
          <ac:chgData name="Alex Lu" userId="65677d25-64a9-4d0a-aaa0-eb9773526453" providerId="ADAL" clId="{0BF73FD7-F12C-41D7-A3E2-149EC2D734D6}" dt="2025-12-11T07:01:27.779" v="482" actId="20577"/>
          <ac:spMkLst>
            <pc:docMk/>
            <pc:sldMk cId="1632191857" sldId="263"/>
            <ac:spMk id="5" creationId="{34649C86-7731-D3AB-B60F-E1366AA9C9F9}"/>
          </ac:spMkLst>
        </pc:spChg>
        <pc:picChg chg="add mod">
          <ac:chgData name="Alex Lu" userId="65677d25-64a9-4d0a-aaa0-eb9773526453" providerId="ADAL" clId="{0BF73FD7-F12C-41D7-A3E2-149EC2D734D6}" dt="2025-12-11T05:46:09.872" v="256" actId="1076"/>
          <ac:picMkLst>
            <pc:docMk/>
            <pc:sldMk cId="1632191857" sldId="263"/>
            <ac:picMk id="7" creationId="{2D00232A-2DE6-606B-92F5-386C32A9CCAE}"/>
          </ac:picMkLst>
        </pc:picChg>
        <pc:picChg chg="add mod">
          <ac:chgData name="Alex Lu" userId="65677d25-64a9-4d0a-aaa0-eb9773526453" providerId="ADAL" clId="{0BF73FD7-F12C-41D7-A3E2-149EC2D734D6}" dt="2025-12-11T05:46:04.287" v="252" actId="1076"/>
          <ac:picMkLst>
            <pc:docMk/>
            <pc:sldMk cId="1632191857" sldId="263"/>
            <ac:picMk id="9" creationId="{D468FE55-0F22-177D-1E3F-EF08ED26103D}"/>
          </ac:picMkLst>
        </pc:picChg>
        <pc:cxnChg chg="add mod">
          <ac:chgData name="Alex Lu" userId="65677d25-64a9-4d0a-aaa0-eb9773526453" providerId="ADAL" clId="{0BF73FD7-F12C-41D7-A3E2-149EC2D734D6}" dt="2025-12-11T05:46:23.393" v="259" actId="14100"/>
          <ac:cxnSpMkLst>
            <pc:docMk/>
            <pc:sldMk cId="1632191857" sldId="263"/>
            <ac:cxnSpMk id="10" creationId="{0A27F48B-48DE-CB65-29D9-587126D26E47}"/>
          </ac:cxnSpMkLst>
        </pc:cxnChg>
      </pc:sldChg>
      <pc:sldChg chg="addSp delSp modSp new mod">
        <pc:chgData name="Alex Lu" userId="65677d25-64a9-4d0a-aaa0-eb9773526453" providerId="ADAL" clId="{0BF73FD7-F12C-41D7-A3E2-149EC2D734D6}" dt="2025-12-11T07:01:17.051" v="481"/>
        <pc:sldMkLst>
          <pc:docMk/>
          <pc:sldMk cId="4165036206" sldId="264"/>
        </pc:sldMkLst>
        <pc:spChg chg="del">
          <ac:chgData name="Alex Lu" userId="65677d25-64a9-4d0a-aaa0-eb9773526453" providerId="ADAL" clId="{0BF73FD7-F12C-41D7-A3E2-149EC2D734D6}" dt="2025-12-11T05:49:35.479" v="278" actId="478"/>
          <ac:spMkLst>
            <pc:docMk/>
            <pc:sldMk cId="4165036206" sldId="264"/>
            <ac:spMk id="2" creationId="{7C4CFCA0-596C-1F55-7699-4626F05122B7}"/>
          </ac:spMkLst>
        </pc:spChg>
        <pc:spChg chg="del">
          <ac:chgData name="Alex Lu" userId="65677d25-64a9-4d0a-aaa0-eb9773526453" providerId="ADAL" clId="{0BF73FD7-F12C-41D7-A3E2-149EC2D734D6}" dt="2025-12-11T05:49:38.205" v="279" actId="478"/>
          <ac:spMkLst>
            <pc:docMk/>
            <pc:sldMk cId="4165036206" sldId="264"/>
            <ac:spMk id="3" creationId="{464C07B8-72B3-7BC8-2E46-5855293EDC72}"/>
          </ac:spMkLst>
        </pc:spChg>
        <pc:spChg chg="add mod">
          <ac:chgData name="Alex Lu" userId="65677d25-64a9-4d0a-aaa0-eb9773526453" providerId="ADAL" clId="{0BF73FD7-F12C-41D7-A3E2-149EC2D734D6}" dt="2025-12-11T07:01:17.051" v="481"/>
          <ac:spMkLst>
            <pc:docMk/>
            <pc:sldMk cId="4165036206" sldId="264"/>
            <ac:spMk id="5" creationId="{7A7F3E31-0E17-72D1-B9DA-3CF96C992F6A}"/>
          </ac:spMkLst>
        </pc:spChg>
        <pc:picChg chg="add mod">
          <ac:chgData name="Alex Lu" userId="65677d25-64a9-4d0a-aaa0-eb9773526453" providerId="ADAL" clId="{0BF73FD7-F12C-41D7-A3E2-149EC2D734D6}" dt="2025-12-11T06:18:46.841" v="309" actId="14100"/>
          <ac:picMkLst>
            <pc:docMk/>
            <pc:sldMk cId="4165036206" sldId="264"/>
            <ac:picMk id="7" creationId="{231B0EFD-9AA5-224E-2CEE-B49A28E614D3}"/>
          </ac:picMkLst>
        </pc:picChg>
      </pc:sldChg>
      <pc:sldChg chg="new del">
        <pc:chgData name="Alex Lu" userId="65677d25-64a9-4d0a-aaa0-eb9773526453" providerId="ADAL" clId="{0BF73FD7-F12C-41D7-A3E2-149EC2D734D6}" dt="2025-12-11T06:32:25.277" v="479" actId="47"/>
        <pc:sldMkLst>
          <pc:docMk/>
          <pc:sldMk cId="1001857065"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BB4D86-4ECB-C615-D04B-FA204A1E04B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96C0EF7-20BF-B84E-CE09-3272FFDD06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2F5A058-9D3C-10D1-801C-17D0369D3E4A}"/>
              </a:ext>
            </a:extLst>
          </p:cNvPr>
          <p:cNvSpPr>
            <a:spLocks noGrp="1"/>
          </p:cNvSpPr>
          <p:nvPr>
            <p:ph type="dt" sz="half" idx="10"/>
          </p:nvPr>
        </p:nvSpPr>
        <p:spPr/>
        <p:txBody>
          <a:bodyPr/>
          <a:lstStyle/>
          <a:p>
            <a:fld id="{DCD0EDE7-8898-4ED0-A56C-6A888DAA454E}" type="datetimeFigureOut">
              <a:rPr lang="zh-CN" altLang="en-US" smtClean="0"/>
              <a:t>2025/12/11</a:t>
            </a:fld>
            <a:endParaRPr lang="zh-CN" altLang="en-US"/>
          </a:p>
        </p:txBody>
      </p:sp>
      <p:sp>
        <p:nvSpPr>
          <p:cNvPr id="5" name="页脚占位符 4">
            <a:extLst>
              <a:ext uri="{FF2B5EF4-FFF2-40B4-BE49-F238E27FC236}">
                <a16:creationId xmlns:a16="http://schemas.microsoft.com/office/drawing/2014/main" id="{A7F3FE81-A558-7FB1-8E7C-DCC0478721A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5EC896-0CAC-8996-71DB-96053CD46817}"/>
              </a:ext>
            </a:extLst>
          </p:cNvPr>
          <p:cNvSpPr>
            <a:spLocks noGrp="1"/>
          </p:cNvSpPr>
          <p:nvPr>
            <p:ph type="sldNum" sz="quarter" idx="12"/>
          </p:nvPr>
        </p:nvSpPr>
        <p:spPr/>
        <p:txBody>
          <a:body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888700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E97C50-3AFA-C06D-67D8-067E66786DA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5AED517-4F33-6A03-ECA4-2B813BC8A6D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F927CE-8F40-D5CE-3ABC-43CD7F48CD86}"/>
              </a:ext>
            </a:extLst>
          </p:cNvPr>
          <p:cNvSpPr>
            <a:spLocks noGrp="1"/>
          </p:cNvSpPr>
          <p:nvPr>
            <p:ph type="dt" sz="half" idx="10"/>
          </p:nvPr>
        </p:nvSpPr>
        <p:spPr/>
        <p:txBody>
          <a:bodyPr/>
          <a:lstStyle/>
          <a:p>
            <a:fld id="{DCD0EDE7-8898-4ED0-A56C-6A888DAA454E}" type="datetimeFigureOut">
              <a:rPr lang="zh-CN" altLang="en-US" smtClean="0"/>
              <a:t>2025/12/11</a:t>
            </a:fld>
            <a:endParaRPr lang="zh-CN" altLang="en-US"/>
          </a:p>
        </p:txBody>
      </p:sp>
      <p:sp>
        <p:nvSpPr>
          <p:cNvPr id="5" name="页脚占位符 4">
            <a:extLst>
              <a:ext uri="{FF2B5EF4-FFF2-40B4-BE49-F238E27FC236}">
                <a16:creationId xmlns:a16="http://schemas.microsoft.com/office/drawing/2014/main" id="{BBA7D5C3-0B20-1C6E-1A53-C015AFD72A4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3E7CFA-B5D3-1F0A-ADA2-4DDAAD65319E}"/>
              </a:ext>
            </a:extLst>
          </p:cNvPr>
          <p:cNvSpPr>
            <a:spLocks noGrp="1"/>
          </p:cNvSpPr>
          <p:nvPr>
            <p:ph type="sldNum" sz="quarter" idx="12"/>
          </p:nvPr>
        </p:nvSpPr>
        <p:spPr/>
        <p:txBody>
          <a:body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1009211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C6BDD4-2D84-45E0-0B41-05A4DC98FC8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A63D7B4-83B1-868D-3104-CC37915CE9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7E9B935-711A-88A4-A710-0F08146609F1}"/>
              </a:ext>
            </a:extLst>
          </p:cNvPr>
          <p:cNvSpPr>
            <a:spLocks noGrp="1"/>
          </p:cNvSpPr>
          <p:nvPr>
            <p:ph type="dt" sz="half" idx="10"/>
          </p:nvPr>
        </p:nvSpPr>
        <p:spPr/>
        <p:txBody>
          <a:bodyPr/>
          <a:lstStyle/>
          <a:p>
            <a:fld id="{DCD0EDE7-8898-4ED0-A56C-6A888DAA454E}" type="datetimeFigureOut">
              <a:rPr lang="zh-CN" altLang="en-US" smtClean="0"/>
              <a:t>2025/12/11</a:t>
            </a:fld>
            <a:endParaRPr lang="zh-CN" altLang="en-US"/>
          </a:p>
        </p:txBody>
      </p:sp>
      <p:sp>
        <p:nvSpPr>
          <p:cNvPr id="5" name="页脚占位符 4">
            <a:extLst>
              <a:ext uri="{FF2B5EF4-FFF2-40B4-BE49-F238E27FC236}">
                <a16:creationId xmlns:a16="http://schemas.microsoft.com/office/drawing/2014/main" id="{6A021AFF-96EF-268B-C2A6-BA77F21963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84318F9-FCAD-8B74-82B8-DE02A1145005}"/>
              </a:ext>
            </a:extLst>
          </p:cNvPr>
          <p:cNvSpPr>
            <a:spLocks noGrp="1"/>
          </p:cNvSpPr>
          <p:nvPr>
            <p:ph type="sldNum" sz="quarter" idx="12"/>
          </p:nvPr>
        </p:nvSpPr>
        <p:spPr/>
        <p:txBody>
          <a:body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61698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9C1BDF-4BCB-E1CE-3CB7-11C6E782531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2184240-B718-2BAB-0D4C-E52D564D812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6EBE36E-A8B8-75A2-4BDC-234DB739637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1254DA9-55B4-AC15-7626-9D060330C8C1}"/>
              </a:ext>
            </a:extLst>
          </p:cNvPr>
          <p:cNvSpPr>
            <a:spLocks noGrp="1"/>
          </p:cNvSpPr>
          <p:nvPr>
            <p:ph type="dt" sz="half" idx="10"/>
          </p:nvPr>
        </p:nvSpPr>
        <p:spPr/>
        <p:txBody>
          <a:bodyPr/>
          <a:lstStyle/>
          <a:p>
            <a:fld id="{DCD0EDE7-8898-4ED0-A56C-6A888DAA454E}" type="datetimeFigureOut">
              <a:rPr lang="zh-CN" altLang="en-US" smtClean="0"/>
              <a:t>2025/12/11</a:t>
            </a:fld>
            <a:endParaRPr lang="zh-CN" altLang="en-US"/>
          </a:p>
        </p:txBody>
      </p:sp>
      <p:sp>
        <p:nvSpPr>
          <p:cNvPr id="6" name="页脚占位符 5">
            <a:extLst>
              <a:ext uri="{FF2B5EF4-FFF2-40B4-BE49-F238E27FC236}">
                <a16:creationId xmlns:a16="http://schemas.microsoft.com/office/drawing/2014/main" id="{6B2EF9C8-5D3C-1418-7D3C-32D346EDA3C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06146CD-7C20-0508-90D4-4C4CAC1AF675}"/>
              </a:ext>
            </a:extLst>
          </p:cNvPr>
          <p:cNvSpPr>
            <a:spLocks noGrp="1"/>
          </p:cNvSpPr>
          <p:nvPr>
            <p:ph type="sldNum" sz="quarter" idx="12"/>
          </p:nvPr>
        </p:nvSpPr>
        <p:spPr/>
        <p:txBody>
          <a:body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3552643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56B3AA-F151-4288-57FC-FE4362EF889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23D7497-655B-438A-385A-AE0A1F7023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20AB6E4-E796-59C7-6AAA-20985FAF78E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01711E9-76B3-B4E1-F70E-EB10B9FBE7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9381AEC-B58F-B311-C927-8CFEADC9DFE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70CF268-1620-B399-E248-19C0AF28FC32}"/>
              </a:ext>
            </a:extLst>
          </p:cNvPr>
          <p:cNvSpPr>
            <a:spLocks noGrp="1"/>
          </p:cNvSpPr>
          <p:nvPr>
            <p:ph type="dt" sz="half" idx="10"/>
          </p:nvPr>
        </p:nvSpPr>
        <p:spPr/>
        <p:txBody>
          <a:bodyPr/>
          <a:lstStyle/>
          <a:p>
            <a:fld id="{DCD0EDE7-8898-4ED0-A56C-6A888DAA454E}" type="datetimeFigureOut">
              <a:rPr lang="zh-CN" altLang="en-US" smtClean="0"/>
              <a:t>2025/12/11</a:t>
            </a:fld>
            <a:endParaRPr lang="zh-CN" altLang="en-US"/>
          </a:p>
        </p:txBody>
      </p:sp>
      <p:sp>
        <p:nvSpPr>
          <p:cNvPr id="8" name="页脚占位符 7">
            <a:extLst>
              <a:ext uri="{FF2B5EF4-FFF2-40B4-BE49-F238E27FC236}">
                <a16:creationId xmlns:a16="http://schemas.microsoft.com/office/drawing/2014/main" id="{ABA5CBE9-715D-BAD5-3E69-1563EA10E46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A34A709-56F6-01E9-1DE6-B0AAC731C50C}"/>
              </a:ext>
            </a:extLst>
          </p:cNvPr>
          <p:cNvSpPr>
            <a:spLocks noGrp="1"/>
          </p:cNvSpPr>
          <p:nvPr>
            <p:ph type="sldNum" sz="quarter" idx="12"/>
          </p:nvPr>
        </p:nvSpPr>
        <p:spPr/>
        <p:txBody>
          <a:body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2987033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87E7F0-ADA0-CECD-CE53-A8564135309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FBD285B-601F-E63E-F0B4-A126CC94B9CD}"/>
              </a:ext>
            </a:extLst>
          </p:cNvPr>
          <p:cNvSpPr>
            <a:spLocks noGrp="1"/>
          </p:cNvSpPr>
          <p:nvPr>
            <p:ph type="dt" sz="half" idx="10"/>
          </p:nvPr>
        </p:nvSpPr>
        <p:spPr/>
        <p:txBody>
          <a:bodyPr/>
          <a:lstStyle/>
          <a:p>
            <a:fld id="{DCD0EDE7-8898-4ED0-A56C-6A888DAA454E}" type="datetimeFigureOut">
              <a:rPr lang="zh-CN" altLang="en-US" smtClean="0"/>
              <a:t>2025/12/11</a:t>
            </a:fld>
            <a:endParaRPr lang="zh-CN" altLang="en-US"/>
          </a:p>
        </p:txBody>
      </p:sp>
      <p:sp>
        <p:nvSpPr>
          <p:cNvPr id="4" name="页脚占位符 3">
            <a:extLst>
              <a:ext uri="{FF2B5EF4-FFF2-40B4-BE49-F238E27FC236}">
                <a16:creationId xmlns:a16="http://schemas.microsoft.com/office/drawing/2014/main" id="{9C908263-6D90-FF76-8A47-12D34B3368F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5BB809F-DEAD-DAF0-2A0D-0C82E0EB343A}"/>
              </a:ext>
            </a:extLst>
          </p:cNvPr>
          <p:cNvSpPr>
            <a:spLocks noGrp="1"/>
          </p:cNvSpPr>
          <p:nvPr>
            <p:ph type="sldNum" sz="quarter" idx="12"/>
          </p:nvPr>
        </p:nvSpPr>
        <p:spPr/>
        <p:txBody>
          <a:body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1577802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EFBB6A5-7492-D4C3-EF3D-9D379CAFCE4C}"/>
              </a:ext>
            </a:extLst>
          </p:cNvPr>
          <p:cNvSpPr>
            <a:spLocks noGrp="1"/>
          </p:cNvSpPr>
          <p:nvPr>
            <p:ph type="dt" sz="half" idx="10"/>
          </p:nvPr>
        </p:nvSpPr>
        <p:spPr/>
        <p:txBody>
          <a:bodyPr/>
          <a:lstStyle/>
          <a:p>
            <a:fld id="{DCD0EDE7-8898-4ED0-A56C-6A888DAA454E}" type="datetimeFigureOut">
              <a:rPr lang="zh-CN" altLang="en-US" smtClean="0"/>
              <a:t>2025/12/11</a:t>
            </a:fld>
            <a:endParaRPr lang="zh-CN" altLang="en-US"/>
          </a:p>
        </p:txBody>
      </p:sp>
      <p:sp>
        <p:nvSpPr>
          <p:cNvPr id="3" name="页脚占位符 2">
            <a:extLst>
              <a:ext uri="{FF2B5EF4-FFF2-40B4-BE49-F238E27FC236}">
                <a16:creationId xmlns:a16="http://schemas.microsoft.com/office/drawing/2014/main" id="{2CD89D6B-EE85-D86F-7C58-81EE19820C1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4970D1A-DBE7-818A-9FC5-BDB09637B095}"/>
              </a:ext>
            </a:extLst>
          </p:cNvPr>
          <p:cNvSpPr>
            <a:spLocks noGrp="1"/>
          </p:cNvSpPr>
          <p:nvPr>
            <p:ph type="sldNum" sz="quarter" idx="12"/>
          </p:nvPr>
        </p:nvSpPr>
        <p:spPr/>
        <p:txBody>
          <a:body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1988351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AD2464-B699-CB09-D3EA-DE5A041D28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09AE033-B14F-2440-F2E0-03BEDC4F3A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24D31FB-31BA-16C6-7C76-B3D134343C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D6B7957-07A1-6145-D847-49530B7C9490}"/>
              </a:ext>
            </a:extLst>
          </p:cNvPr>
          <p:cNvSpPr>
            <a:spLocks noGrp="1"/>
          </p:cNvSpPr>
          <p:nvPr>
            <p:ph type="dt" sz="half" idx="10"/>
          </p:nvPr>
        </p:nvSpPr>
        <p:spPr/>
        <p:txBody>
          <a:bodyPr/>
          <a:lstStyle/>
          <a:p>
            <a:fld id="{DCD0EDE7-8898-4ED0-A56C-6A888DAA454E}" type="datetimeFigureOut">
              <a:rPr lang="zh-CN" altLang="en-US" smtClean="0"/>
              <a:t>2025/12/11</a:t>
            </a:fld>
            <a:endParaRPr lang="zh-CN" altLang="en-US"/>
          </a:p>
        </p:txBody>
      </p:sp>
      <p:sp>
        <p:nvSpPr>
          <p:cNvPr id="6" name="页脚占位符 5">
            <a:extLst>
              <a:ext uri="{FF2B5EF4-FFF2-40B4-BE49-F238E27FC236}">
                <a16:creationId xmlns:a16="http://schemas.microsoft.com/office/drawing/2014/main" id="{4F42A667-65F7-0B2F-29D0-31E1032829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06C1E57-1C08-DB0F-4EA4-AF549486FBCF}"/>
              </a:ext>
            </a:extLst>
          </p:cNvPr>
          <p:cNvSpPr>
            <a:spLocks noGrp="1"/>
          </p:cNvSpPr>
          <p:nvPr>
            <p:ph type="sldNum" sz="quarter" idx="12"/>
          </p:nvPr>
        </p:nvSpPr>
        <p:spPr/>
        <p:txBody>
          <a:body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2536079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43878D-83B3-88C9-1730-3747820D055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F782997-14FF-5224-9107-D70FD0DC1D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547BF19-7F61-DB81-6E0E-66D684D455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09560AF-5200-6418-7431-142F40EBF116}"/>
              </a:ext>
            </a:extLst>
          </p:cNvPr>
          <p:cNvSpPr>
            <a:spLocks noGrp="1"/>
          </p:cNvSpPr>
          <p:nvPr>
            <p:ph type="dt" sz="half" idx="10"/>
          </p:nvPr>
        </p:nvSpPr>
        <p:spPr/>
        <p:txBody>
          <a:bodyPr/>
          <a:lstStyle/>
          <a:p>
            <a:fld id="{DCD0EDE7-8898-4ED0-A56C-6A888DAA454E}" type="datetimeFigureOut">
              <a:rPr lang="zh-CN" altLang="en-US" smtClean="0"/>
              <a:t>2025/12/11</a:t>
            </a:fld>
            <a:endParaRPr lang="zh-CN" altLang="en-US"/>
          </a:p>
        </p:txBody>
      </p:sp>
      <p:sp>
        <p:nvSpPr>
          <p:cNvPr id="6" name="页脚占位符 5">
            <a:extLst>
              <a:ext uri="{FF2B5EF4-FFF2-40B4-BE49-F238E27FC236}">
                <a16:creationId xmlns:a16="http://schemas.microsoft.com/office/drawing/2014/main" id="{21C24371-BCEC-2381-26D2-BDB561954C6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37A815-28CC-D815-FF70-0B5D5329025D}"/>
              </a:ext>
            </a:extLst>
          </p:cNvPr>
          <p:cNvSpPr>
            <a:spLocks noGrp="1"/>
          </p:cNvSpPr>
          <p:nvPr>
            <p:ph type="sldNum" sz="quarter" idx="12"/>
          </p:nvPr>
        </p:nvSpPr>
        <p:spPr/>
        <p:txBody>
          <a:body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2820015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62F844-8183-5C2B-E9EF-2AE58CD2928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C951976-4580-21DD-4F1C-F6D9CF46838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EC2F8D5-6D58-6E2E-E071-72AFD97B5889}"/>
              </a:ext>
            </a:extLst>
          </p:cNvPr>
          <p:cNvSpPr>
            <a:spLocks noGrp="1"/>
          </p:cNvSpPr>
          <p:nvPr>
            <p:ph type="dt" sz="half" idx="10"/>
          </p:nvPr>
        </p:nvSpPr>
        <p:spPr/>
        <p:txBody>
          <a:bodyPr/>
          <a:lstStyle/>
          <a:p>
            <a:fld id="{DCD0EDE7-8898-4ED0-A56C-6A888DAA454E}" type="datetimeFigureOut">
              <a:rPr lang="zh-CN" altLang="en-US" smtClean="0"/>
              <a:t>2025/12/11</a:t>
            </a:fld>
            <a:endParaRPr lang="zh-CN" altLang="en-US"/>
          </a:p>
        </p:txBody>
      </p:sp>
      <p:sp>
        <p:nvSpPr>
          <p:cNvPr id="5" name="页脚占位符 4">
            <a:extLst>
              <a:ext uri="{FF2B5EF4-FFF2-40B4-BE49-F238E27FC236}">
                <a16:creationId xmlns:a16="http://schemas.microsoft.com/office/drawing/2014/main" id="{FB30DC5E-AE6D-B8BD-4D8B-71D9AD7A43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2653BF-408C-BDDC-1729-97BBCE51ABF3}"/>
              </a:ext>
            </a:extLst>
          </p:cNvPr>
          <p:cNvSpPr>
            <a:spLocks noGrp="1"/>
          </p:cNvSpPr>
          <p:nvPr>
            <p:ph type="sldNum" sz="quarter" idx="12"/>
          </p:nvPr>
        </p:nvSpPr>
        <p:spPr/>
        <p:txBody>
          <a:body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2057228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74CFA01-885B-D165-834E-4DEFB3A0890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27AAE48-2BBF-F6A4-969A-9DC5CD33681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F76DA4A-1606-CF84-D475-FE2F0F984247}"/>
              </a:ext>
            </a:extLst>
          </p:cNvPr>
          <p:cNvSpPr>
            <a:spLocks noGrp="1"/>
          </p:cNvSpPr>
          <p:nvPr>
            <p:ph type="dt" sz="half" idx="10"/>
          </p:nvPr>
        </p:nvSpPr>
        <p:spPr/>
        <p:txBody>
          <a:bodyPr/>
          <a:lstStyle/>
          <a:p>
            <a:fld id="{DCD0EDE7-8898-4ED0-A56C-6A888DAA454E}" type="datetimeFigureOut">
              <a:rPr lang="zh-CN" altLang="en-US" smtClean="0"/>
              <a:t>2025/12/11</a:t>
            </a:fld>
            <a:endParaRPr lang="zh-CN" altLang="en-US"/>
          </a:p>
        </p:txBody>
      </p:sp>
      <p:sp>
        <p:nvSpPr>
          <p:cNvPr id="5" name="页脚占位符 4">
            <a:extLst>
              <a:ext uri="{FF2B5EF4-FFF2-40B4-BE49-F238E27FC236}">
                <a16:creationId xmlns:a16="http://schemas.microsoft.com/office/drawing/2014/main" id="{14B142D8-FE62-CA1D-090E-9ABAD58CA0D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145222F-8245-D27A-D392-ED763925936F}"/>
              </a:ext>
            </a:extLst>
          </p:cNvPr>
          <p:cNvSpPr>
            <a:spLocks noGrp="1"/>
          </p:cNvSpPr>
          <p:nvPr>
            <p:ph type="sldNum" sz="quarter" idx="12"/>
          </p:nvPr>
        </p:nvSpPr>
        <p:spPr/>
        <p:txBody>
          <a:body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967269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C67109B-F939-27B2-AA17-C5AE6FC331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CEC1EAC-0417-538B-8441-69254FF6B8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794E250-78F2-C7D2-E2BC-859623D422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D0EDE7-8898-4ED0-A56C-6A888DAA454E}" type="datetimeFigureOut">
              <a:rPr lang="zh-CN" altLang="en-US" smtClean="0"/>
              <a:t>2025/12/11</a:t>
            </a:fld>
            <a:endParaRPr lang="zh-CN" altLang="en-US"/>
          </a:p>
        </p:txBody>
      </p:sp>
      <p:sp>
        <p:nvSpPr>
          <p:cNvPr id="5" name="页脚占位符 4">
            <a:extLst>
              <a:ext uri="{FF2B5EF4-FFF2-40B4-BE49-F238E27FC236}">
                <a16:creationId xmlns:a16="http://schemas.microsoft.com/office/drawing/2014/main" id="{D74A2F37-F90E-52DF-0299-79274B8D62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5FCCD369-EC10-D577-A69E-D827C94CBC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0A46C6-3F7B-4F22-A1ED-14DE678D300D}" type="slidenum">
              <a:rPr lang="zh-CN" altLang="en-US" smtClean="0"/>
              <a:t>‹#›</a:t>
            </a:fld>
            <a:endParaRPr lang="zh-CN" altLang="en-US"/>
          </a:p>
        </p:txBody>
      </p:sp>
    </p:spTree>
    <p:extLst>
      <p:ext uri="{BB962C8B-B14F-4D97-AF65-F5344CB8AC3E}">
        <p14:creationId xmlns:p14="http://schemas.microsoft.com/office/powerpoint/2010/main" val="3877966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4649C86-7731-D3AB-B60F-E1366AA9C9F9}"/>
              </a:ext>
            </a:extLst>
          </p:cNvPr>
          <p:cNvSpPr txBox="1"/>
          <p:nvPr/>
        </p:nvSpPr>
        <p:spPr>
          <a:xfrm>
            <a:off x="690113" y="782938"/>
            <a:ext cx="10811774" cy="1077218"/>
          </a:xfrm>
          <a:prstGeom prst="rect">
            <a:avLst/>
          </a:prstGeom>
          <a:noFill/>
        </p:spPr>
        <p:txBody>
          <a:bodyPr wrap="square">
            <a:spAutoFit/>
          </a:bodyPr>
          <a:lstStyle/>
          <a:p>
            <a:r>
              <a:rPr lang="en-US" altLang="zh-CN" sz="1600" b="1" dirty="0"/>
              <a:t>Leads Generation:</a:t>
            </a:r>
            <a:r>
              <a:rPr lang="en-US" altLang="zh-CN" sz="1600" dirty="0"/>
              <a:t> </a:t>
            </a:r>
            <a:r>
              <a:rPr lang="en-US" altLang="zh-CN" sz="1600" b="1" dirty="0"/>
              <a:t>Valuable content drives calls to action.</a:t>
            </a:r>
          </a:p>
          <a:p>
            <a:r>
              <a:rPr lang="en-US" altLang="zh-CN" sz="1600" dirty="0"/>
              <a:t>Consider adding a "Resources" section on the PDP page with options such as "Request a Free Sample" or "Download e-Catalog" to encourage customers to submit a web form, thereby capturing lead information for follow-up, nurturing, and conversion by inside sales.</a:t>
            </a:r>
            <a:endParaRPr lang="zh-CN" altLang="zh-CN" sz="1600" dirty="0">
              <a:effectLst/>
              <a:ea typeface="Calibri" panose="020F0502020204030204" pitchFamily="34" charset="0"/>
            </a:endParaRPr>
          </a:p>
        </p:txBody>
      </p:sp>
      <p:pic>
        <p:nvPicPr>
          <p:cNvPr id="7" name="图片 6" descr="图片包含 图形用户界面&#10;&#10;AI 生成的内容可能不正确。">
            <a:extLst>
              <a:ext uri="{FF2B5EF4-FFF2-40B4-BE49-F238E27FC236}">
                <a16:creationId xmlns:a16="http://schemas.microsoft.com/office/drawing/2014/main" id="{2D00232A-2DE6-606B-92F5-386C32A9CCAE}"/>
              </a:ext>
            </a:extLst>
          </p:cNvPr>
          <p:cNvPicPr>
            <a:picLocks noChangeAspect="1"/>
          </p:cNvPicPr>
          <p:nvPr/>
        </p:nvPicPr>
        <p:blipFill>
          <a:blip r:embed="rId2"/>
          <a:stretch>
            <a:fillRect/>
          </a:stretch>
        </p:blipFill>
        <p:spPr>
          <a:xfrm>
            <a:off x="4813538" y="2763296"/>
            <a:ext cx="7318255" cy="1072402"/>
          </a:xfrm>
          <a:prstGeom prst="rect">
            <a:avLst/>
          </a:prstGeom>
        </p:spPr>
      </p:pic>
      <p:pic>
        <p:nvPicPr>
          <p:cNvPr id="9" name="图片 8" descr="图形用户界面, 网站&#10;&#10;AI 生成的内容可能不正确。">
            <a:extLst>
              <a:ext uri="{FF2B5EF4-FFF2-40B4-BE49-F238E27FC236}">
                <a16:creationId xmlns:a16="http://schemas.microsoft.com/office/drawing/2014/main" id="{D468FE55-0F22-177D-1E3F-EF08ED26103D}"/>
              </a:ext>
            </a:extLst>
          </p:cNvPr>
          <p:cNvPicPr>
            <a:picLocks noChangeAspect="1"/>
          </p:cNvPicPr>
          <p:nvPr/>
        </p:nvPicPr>
        <p:blipFill>
          <a:blip r:embed="rId3"/>
          <a:stretch>
            <a:fillRect/>
          </a:stretch>
        </p:blipFill>
        <p:spPr>
          <a:xfrm>
            <a:off x="519905" y="2449900"/>
            <a:ext cx="4108219" cy="3902015"/>
          </a:xfrm>
          <a:prstGeom prst="rect">
            <a:avLst/>
          </a:prstGeom>
        </p:spPr>
      </p:pic>
      <p:cxnSp>
        <p:nvCxnSpPr>
          <p:cNvPr id="10" name="直接箭头连接符 9">
            <a:extLst>
              <a:ext uri="{FF2B5EF4-FFF2-40B4-BE49-F238E27FC236}">
                <a16:creationId xmlns:a16="http://schemas.microsoft.com/office/drawing/2014/main" id="{0A27F48B-48DE-CB65-29D9-587126D26E47}"/>
              </a:ext>
            </a:extLst>
          </p:cNvPr>
          <p:cNvCxnSpPr>
            <a:cxnSpLocks/>
          </p:cNvCxnSpPr>
          <p:nvPr/>
        </p:nvCxnSpPr>
        <p:spPr>
          <a:xfrm flipH="1">
            <a:off x="4054415" y="3318294"/>
            <a:ext cx="1564257" cy="9144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2191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A7F3E31-0E17-72D1-B9DA-3CF96C992F6A}"/>
              </a:ext>
            </a:extLst>
          </p:cNvPr>
          <p:cNvSpPr txBox="1"/>
          <p:nvPr/>
        </p:nvSpPr>
        <p:spPr>
          <a:xfrm>
            <a:off x="1086927" y="548579"/>
            <a:ext cx="10317193" cy="1077218"/>
          </a:xfrm>
          <a:prstGeom prst="rect">
            <a:avLst/>
          </a:prstGeom>
          <a:noFill/>
        </p:spPr>
        <p:txBody>
          <a:bodyPr wrap="square">
            <a:spAutoFit/>
          </a:bodyPr>
          <a:lstStyle/>
          <a:p>
            <a:r>
              <a:rPr lang="en-US" altLang="zh-CN" sz="1600" b="1" dirty="0"/>
              <a:t>Leads Generation:</a:t>
            </a:r>
            <a:r>
              <a:rPr lang="en-US" altLang="zh-CN" sz="1600" dirty="0"/>
              <a:t> </a:t>
            </a:r>
            <a:r>
              <a:rPr lang="en-US" altLang="zh-CN" sz="1600" b="1" dirty="0"/>
              <a:t>Considering create a dedicated new Solution Page for the AWC and PPE segments? </a:t>
            </a:r>
          </a:p>
          <a:p>
            <a:r>
              <a:rPr lang="en-US" altLang="zh-CN" sz="1600" dirty="0"/>
              <a:t>This would allow the BU to present an integrated solution perspective to customers, clearly illustrating which industries and specific application scenarios we can serve. The BU could leverage this page for customer outreach and promotion.</a:t>
            </a:r>
            <a:endParaRPr lang="zh-CN" altLang="en-US" sz="1600" dirty="0"/>
          </a:p>
        </p:txBody>
      </p:sp>
      <p:pic>
        <p:nvPicPr>
          <p:cNvPr id="7" name="图片 6" descr="图形用户界面, 应用程序, 网站&#10;&#10;AI 生成的内容可能不正确。">
            <a:extLst>
              <a:ext uri="{FF2B5EF4-FFF2-40B4-BE49-F238E27FC236}">
                <a16:creationId xmlns:a16="http://schemas.microsoft.com/office/drawing/2014/main" id="{231B0EFD-9AA5-224E-2CEE-B49A28E614D3}"/>
              </a:ext>
            </a:extLst>
          </p:cNvPr>
          <p:cNvPicPr>
            <a:picLocks noChangeAspect="1"/>
          </p:cNvPicPr>
          <p:nvPr/>
        </p:nvPicPr>
        <p:blipFill>
          <a:blip r:embed="rId2"/>
          <a:stretch>
            <a:fillRect/>
          </a:stretch>
        </p:blipFill>
        <p:spPr>
          <a:xfrm>
            <a:off x="1178943" y="2382834"/>
            <a:ext cx="10000892" cy="4530319"/>
          </a:xfrm>
          <a:prstGeom prst="rect">
            <a:avLst/>
          </a:prstGeom>
        </p:spPr>
      </p:pic>
    </p:spTree>
    <p:extLst>
      <p:ext uri="{BB962C8B-B14F-4D97-AF65-F5344CB8AC3E}">
        <p14:creationId xmlns:p14="http://schemas.microsoft.com/office/powerpoint/2010/main" val="4165036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F93E9F90-9D94-B318-67E8-97DDFBFF5BA5}"/>
              </a:ext>
            </a:extLst>
          </p:cNvPr>
          <p:cNvSpPr>
            <a:spLocks noGrp="1"/>
          </p:cNvSpPr>
          <p:nvPr>
            <p:ph type="subTitle" idx="1"/>
          </p:nvPr>
        </p:nvSpPr>
        <p:spPr>
          <a:xfrm>
            <a:off x="1109933" y="390437"/>
            <a:ext cx="9684588" cy="1114499"/>
          </a:xfrm>
        </p:spPr>
        <p:txBody>
          <a:bodyPr>
            <a:normAutofit fontScale="77500" lnSpcReduction="20000"/>
          </a:bodyPr>
          <a:lstStyle/>
          <a:p>
            <a:pPr algn="l"/>
            <a:r>
              <a:rPr lang="en-US" altLang="zh-CN" sz="2000" b="1" dirty="0"/>
              <a:t>Customer Experience: On the product category page, could the sidebar be changed to a filter panel that allows customers to refine products by use case, material, size, wound type suitability, etc.? </a:t>
            </a:r>
          </a:p>
          <a:p>
            <a:pPr algn="l"/>
            <a:r>
              <a:rPr lang="en-US" altLang="zh-CN" sz="2000" dirty="0"/>
              <a:t>This would make it easier for customers to find the most suitable products. (Currently, the sidebar retains the same categorization as the parent page.)</a:t>
            </a:r>
            <a:endParaRPr lang="zh-CN" altLang="en-US" sz="2000" dirty="0"/>
          </a:p>
        </p:txBody>
      </p:sp>
      <p:pic>
        <p:nvPicPr>
          <p:cNvPr id="5" name="图片 4" descr="图形用户界面, 文本, 应用程序&#10;&#10;AI 生成的内容可能不正确。">
            <a:extLst>
              <a:ext uri="{FF2B5EF4-FFF2-40B4-BE49-F238E27FC236}">
                <a16:creationId xmlns:a16="http://schemas.microsoft.com/office/drawing/2014/main" id="{A163815F-0744-E66B-B7CA-6E7E04A6BD54}"/>
              </a:ext>
            </a:extLst>
          </p:cNvPr>
          <p:cNvPicPr>
            <a:picLocks noChangeAspect="1"/>
          </p:cNvPicPr>
          <p:nvPr/>
        </p:nvPicPr>
        <p:blipFill>
          <a:blip r:embed="rId2"/>
          <a:stretch>
            <a:fillRect/>
          </a:stretch>
        </p:blipFill>
        <p:spPr>
          <a:xfrm>
            <a:off x="558370" y="1731768"/>
            <a:ext cx="1638490" cy="4831750"/>
          </a:xfrm>
          <a:prstGeom prst="rect">
            <a:avLst/>
          </a:prstGeom>
        </p:spPr>
      </p:pic>
      <p:pic>
        <p:nvPicPr>
          <p:cNvPr id="7" name="图片 6" descr="图形用户界面, 应用程序&#10;&#10;AI 生成的内容可能不正确。">
            <a:extLst>
              <a:ext uri="{FF2B5EF4-FFF2-40B4-BE49-F238E27FC236}">
                <a16:creationId xmlns:a16="http://schemas.microsoft.com/office/drawing/2014/main" id="{9D65D481-A531-C36D-2F94-48B09355B83B}"/>
              </a:ext>
            </a:extLst>
          </p:cNvPr>
          <p:cNvPicPr>
            <a:picLocks noChangeAspect="1"/>
          </p:cNvPicPr>
          <p:nvPr/>
        </p:nvPicPr>
        <p:blipFill>
          <a:blip r:embed="rId3"/>
          <a:stretch>
            <a:fillRect/>
          </a:stretch>
        </p:blipFill>
        <p:spPr>
          <a:xfrm>
            <a:off x="2536968" y="1504936"/>
            <a:ext cx="9269539" cy="5114228"/>
          </a:xfrm>
          <a:prstGeom prst="rect">
            <a:avLst/>
          </a:prstGeom>
        </p:spPr>
      </p:pic>
      <p:cxnSp>
        <p:nvCxnSpPr>
          <p:cNvPr id="9" name="直接箭头连接符 8">
            <a:extLst>
              <a:ext uri="{FF2B5EF4-FFF2-40B4-BE49-F238E27FC236}">
                <a16:creationId xmlns:a16="http://schemas.microsoft.com/office/drawing/2014/main" id="{5A70E134-D023-86A1-B0C8-C79424ADBE37}"/>
              </a:ext>
            </a:extLst>
          </p:cNvPr>
          <p:cNvCxnSpPr/>
          <p:nvPr/>
        </p:nvCxnSpPr>
        <p:spPr>
          <a:xfrm>
            <a:off x="2119008" y="3429000"/>
            <a:ext cx="2265529" cy="147054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2585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2C6529B-F658-4E95-7D4F-B242C6E799C5}"/>
              </a:ext>
            </a:extLst>
          </p:cNvPr>
          <p:cNvSpPr txBox="1"/>
          <p:nvPr/>
        </p:nvSpPr>
        <p:spPr>
          <a:xfrm>
            <a:off x="850780" y="235776"/>
            <a:ext cx="10490439" cy="1815882"/>
          </a:xfrm>
          <a:prstGeom prst="rect">
            <a:avLst/>
          </a:prstGeom>
          <a:noFill/>
        </p:spPr>
        <p:txBody>
          <a:bodyPr wrap="square">
            <a:spAutoFit/>
          </a:bodyPr>
          <a:lstStyle/>
          <a:p>
            <a:r>
              <a:rPr lang="en-US" altLang="zh-CN" sz="1600" b="1" dirty="0"/>
              <a:t>Customer Experience: </a:t>
            </a:r>
            <a:r>
              <a:rPr lang="en-US" altLang="zh-CN" sz="1600" dirty="0"/>
              <a:t>currently, the number of SKUs within each product category is limited, and only the main product image and name are displayed. </a:t>
            </a:r>
            <a:r>
              <a:rPr lang="en-US" altLang="zh-CN" sz="1600" b="1" dirty="0"/>
              <a:t>Consider enhancing the category listing page by adding up to three bullet points to highlight key features or benefits of each product.</a:t>
            </a:r>
          </a:p>
          <a:p>
            <a:endParaRPr lang="en-US" altLang="zh-CN" sz="1600" dirty="0"/>
          </a:p>
          <a:p>
            <a:r>
              <a:rPr lang="en-US" altLang="zh-CN" sz="1600" dirty="0"/>
              <a:t>Additionally, if any Business Unit (BU) has products they want to prioritize or promote, </a:t>
            </a:r>
            <a:r>
              <a:rPr lang="en-US" altLang="zh-CN" sz="1600" b="1" dirty="0"/>
              <a:t>a "Bestseller" or "Hot Selling" badge could be added to those items </a:t>
            </a:r>
            <a:r>
              <a:rPr lang="en-US" altLang="zh-CN" sz="1600" dirty="0"/>
              <a:t>within the category to attract user attention and encourage clicks and inquiries.</a:t>
            </a:r>
            <a:endParaRPr lang="zh-CN" altLang="en-US" sz="1600" dirty="0"/>
          </a:p>
        </p:txBody>
      </p:sp>
      <p:pic>
        <p:nvPicPr>
          <p:cNvPr id="7" name="图片 6" descr="图形用户界面, 图示&#10;&#10;AI 生成的内容可能不正确。">
            <a:extLst>
              <a:ext uri="{FF2B5EF4-FFF2-40B4-BE49-F238E27FC236}">
                <a16:creationId xmlns:a16="http://schemas.microsoft.com/office/drawing/2014/main" id="{4D24AECB-B4F1-1F0C-3F1B-B4C74608237E}"/>
              </a:ext>
            </a:extLst>
          </p:cNvPr>
          <p:cNvPicPr>
            <a:picLocks noChangeAspect="1"/>
          </p:cNvPicPr>
          <p:nvPr/>
        </p:nvPicPr>
        <p:blipFill>
          <a:blip r:embed="rId2"/>
          <a:stretch>
            <a:fillRect/>
          </a:stretch>
        </p:blipFill>
        <p:spPr>
          <a:xfrm>
            <a:off x="5388633" y="2597023"/>
            <a:ext cx="6644797" cy="4082697"/>
          </a:xfrm>
          <a:prstGeom prst="rect">
            <a:avLst/>
          </a:prstGeom>
        </p:spPr>
      </p:pic>
      <p:pic>
        <p:nvPicPr>
          <p:cNvPr id="9" name="图片 8" descr="手机屏幕截图&#10;&#10;AI 生成的内容可能不正确。">
            <a:extLst>
              <a:ext uri="{FF2B5EF4-FFF2-40B4-BE49-F238E27FC236}">
                <a16:creationId xmlns:a16="http://schemas.microsoft.com/office/drawing/2014/main" id="{62FBC763-96DC-1BB0-F109-0BF0C0146A82}"/>
              </a:ext>
            </a:extLst>
          </p:cNvPr>
          <p:cNvPicPr>
            <a:picLocks noChangeAspect="1"/>
          </p:cNvPicPr>
          <p:nvPr/>
        </p:nvPicPr>
        <p:blipFill>
          <a:blip r:embed="rId3"/>
          <a:stretch>
            <a:fillRect/>
          </a:stretch>
        </p:blipFill>
        <p:spPr>
          <a:xfrm>
            <a:off x="114299" y="2338270"/>
            <a:ext cx="5274334" cy="1798069"/>
          </a:xfrm>
          <a:prstGeom prst="rect">
            <a:avLst/>
          </a:prstGeom>
        </p:spPr>
      </p:pic>
      <p:cxnSp>
        <p:nvCxnSpPr>
          <p:cNvPr id="10" name="直接箭头连接符 9">
            <a:extLst>
              <a:ext uri="{FF2B5EF4-FFF2-40B4-BE49-F238E27FC236}">
                <a16:creationId xmlns:a16="http://schemas.microsoft.com/office/drawing/2014/main" id="{AE1191FD-16EA-B0C0-3C4B-D7DD59B7D644}"/>
              </a:ext>
            </a:extLst>
          </p:cNvPr>
          <p:cNvCxnSpPr>
            <a:cxnSpLocks/>
          </p:cNvCxnSpPr>
          <p:nvPr/>
        </p:nvCxnSpPr>
        <p:spPr>
          <a:xfrm>
            <a:off x="3812875" y="3429000"/>
            <a:ext cx="3493141" cy="106222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3" name="图片 12" descr="文本&#10;&#10;AI 生成的内容可能不正确。">
            <a:extLst>
              <a:ext uri="{FF2B5EF4-FFF2-40B4-BE49-F238E27FC236}">
                <a16:creationId xmlns:a16="http://schemas.microsoft.com/office/drawing/2014/main" id="{FFEEC68E-A82B-6E6C-B09D-B0945A430CCB}"/>
              </a:ext>
            </a:extLst>
          </p:cNvPr>
          <p:cNvPicPr>
            <a:picLocks noChangeAspect="1"/>
          </p:cNvPicPr>
          <p:nvPr/>
        </p:nvPicPr>
        <p:blipFill>
          <a:blip r:embed="rId4"/>
          <a:stretch>
            <a:fillRect/>
          </a:stretch>
        </p:blipFill>
        <p:spPr>
          <a:xfrm>
            <a:off x="1665776" y="4376468"/>
            <a:ext cx="2147099" cy="2130192"/>
          </a:xfrm>
          <a:prstGeom prst="rect">
            <a:avLst/>
          </a:prstGeom>
        </p:spPr>
      </p:pic>
      <p:sp>
        <p:nvSpPr>
          <p:cNvPr id="14" name="椭圆 13">
            <a:extLst>
              <a:ext uri="{FF2B5EF4-FFF2-40B4-BE49-F238E27FC236}">
                <a16:creationId xmlns:a16="http://schemas.microsoft.com/office/drawing/2014/main" id="{4EF8B545-857D-21F3-62CD-0C0F9200365A}"/>
              </a:ext>
            </a:extLst>
          </p:cNvPr>
          <p:cNvSpPr/>
          <p:nvPr/>
        </p:nvSpPr>
        <p:spPr>
          <a:xfrm>
            <a:off x="1541252" y="4192438"/>
            <a:ext cx="989163" cy="98916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2B237162-44DE-9D07-2C59-5641EF56C9D9}"/>
              </a:ext>
            </a:extLst>
          </p:cNvPr>
          <p:cNvCxnSpPr>
            <a:cxnSpLocks/>
          </p:cNvCxnSpPr>
          <p:nvPr/>
        </p:nvCxnSpPr>
        <p:spPr>
          <a:xfrm flipV="1">
            <a:off x="3329796" y="5371381"/>
            <a:ext cx="4180936" cy="36726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4030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938315-0FEC-F1FF-9C8C-D5848B670202}"/>
              </a:ext>
            </a:extLst>
          </p:cNvPr>
          <p:cNvSpPr txBox="1"/>
          <p:nvPr/>
        </p:nvSpPr>
        <p:spPr>
          <a:xfrm>
            <a:off x="929978" y="668578"/>
            <a:ext cx="10462641" cy="1569660"/>
          </a:xfrm>
          <a:prstGeom prst="rect">
            <a:avLst/>
          </a:prstGeom>
          <a:noFill/>
        </p:spPr>
        <p:txBody>
          <a:bodyPr wrap="square">
            <a:spAutoFit/>
          </a:bodyPr>
          <a:lstStyle/>
          <a:p>
            <a:r>
              <a:rPr lang="en-US" altLang="zh-CN" sz="1600" b="1" dirty="0"/>
              <a:t>Customer Experience: On the PDP page, the customer’s call-to-action (CTA) could be more focused. </a:t>
            </a:r>
            <a:r>
              <a:rPr lang="en-US" altLang="zh-CN" sz="1600" dirty="0"/>
              <a:t>Since this is primarily a B2B e-commerce website, key CTAs could include:</a:t>
            </a:r>
          </a:p>
          <a:p>
            <a:r>
              <a:rPr lang="en-US" altLang="zh-CN" sz="1600" dirty="0"/>
              <a:t>“Add to Cart”</a:t>
            </a:r>
          </a:p>
          <a:p>
            <a:r>
              <a:rPr lang="en-US" altLang="zh-CN" sz="1600" dirty="0"/>
              <a:t>“Ask a Sol M Expert” (for pricing inquiries)</a:t>
            </a:r>
          </a:p>
          <a:p>
            <a:endParaRPr lang="en-US" altLang="zh-CN" sz="1600" dirty="0"/>
          </a:p>
          <a:p>
            <a:r>
              <a:rPr lang="en-US" altLang="zh-CN" sz="1600" dirty="0"/>
              <a:t>Customer Service Button could be low priority (already clearly visible at the top of the page)</a:t>
            </a:r>
            <a:endParaRPr lang="zh-CN" altLang="en-US" sz="1600" dirty="0"/>
          </a:p>
        </p:txBody>
      </p:sp>
      <p:pic>
        <p:nvPicPr>
          <p:cNvPr id="7" name="图片 6" descr="图形用户界面, 应用程序&#10;&#10;AI 生成的内容可能不正确。">
            <a:extLst>
              <a:ext uri="{FF2B5EF4-FFF2-40B4-BE49-F238E27FC236}">
                <a16:creationId xmlns:a16="http://schemas.microsoft.com/office/drawing/2014/main" id="{7FBB371B-E6DD-C0C8-ABE4-9919A706A12C}"/>
              </a:ext>
            </a:extLst>
          </p:cNvPr>
          <p:cNvPicPr>
            <a:picLocks noChangeAspect="1"/>
          </p:cNvPicPr>
          <p:nvPr/>
        </p:nvPicPr>
        <p:blipFill>
          <a:blip r:embed="rId2"/>
          <a:stretch>
            <a:fillRect/>
          </a:stretch>
        </p:blipFill>
        <p:spPr>
          <a:xfrm>
            <a:off x="3972262" y="2477568"/>
            <a:ext cx="7715330" cy="3560922"/>
          </a:xfrm>
          <a:prstGeom prst="rect">
            <a:avLst/>
          </a:prstGeom>
        </p:spPr>
      </p:pic>
      <p:sp>
        <p:nvSpPr>
          <p:cNvPr id="9" name="文本框 8">
            <a:extLst>
              <a:ext uri="{FF2B5EF4-FFF2-40B4-BE49-F238E27FC236}">
                <a16:creationId xmlns:a16="http://schemas.microsoft.com/office/drawing/2014/main" id="{ADE9AE72-7BB7-83B5-CDB7-183FF96DD317}"/>
              </a:ext>
            </a:extLst>
          </p:cNvPr>
          <p:cNvSpPr txBox="1"/>
          <p:nvPr/>
        </p:nvSpPr>
        <p:spPr>
          <a:xfrm>
            <a:off x="504408" y="3582943"/>
            <a:ext cx="3732363" cy="923330"/>
          </a:xfrm>
          <a:prstGeom prst="rect">
            <a:avLst/>
          </a:prstGeom>
          <a:noFill/>
        </p:spPr>
        <p:txBody>
          <a:bodyPr wrap="square">
            <a:spAutoFit/>
          </a:bodyPr>
          <a:lstStyle/>
          <a:p>
            <a:pPr marL="285750" indent="-285750">
              <a:buFont typeface="Arial" panose="020B0604020202020204" pitchFamily="34" charset="0"/>
              <a:buChar char="•"/>
            </a:pPr>
            <a:r>
              <a:rPr lang="en-US" altLang="zh-CN" dirty="0">
                <a:ea typeface="Microsoft YaHei" panose="020B0503020204020204" pitchFamily="34" charset="-122"/>
              </a:rPr>
              <a:t>A</a:t>
            </a:r>
            <a:r>
              <a:rPr lang="zh-CN" altLang="zh-CN" sz="1800" dirty="0">
                <a:effectLst/>
                <a:ea typeface="Microsoft YaHei" panose="020B0503020204020204" pitchFamily="34" charset="-122"/>
              </a:rPr>
              <a:t>dd</a:t>
            </a:r>
            <a:r>
              <a:rPr lang="en-US" altLang="zh-CN" sz="1800" dirty="0">
                <a:effectLst/>
                <a:ea typeface="Microsoft YaHei" panose="020B0503020204020204" pitchFamily="34" charset="-122"/>
              </a:rPr>
              <a:t> </a:t>
            </a:r>
            <a:r>
              <a:rPr lang="zh-CN" altLang="zh-CN" sz="1800" dirty="0">
                <a:effectLst/>
                <a:ea typeface="Microsoft YaHei" panose="020B0503020204020204" pitchFamily="34" charset="-122"/>
              </a:rPr>
              <a:t>to</a:t>
            </a:r>
            <a:r>
              <a:rPr lang="en-US" altLang="zh-CN" sz="1800" dirty="0">
                <a:effectLst/>
                <a:ea typeface="Microsoft YaHei" panose="020B0503020204020204" pitchFamily="34" charset="-122"/>
              </a:rPr>
              <a:t> </a:t>
            </a:r>
            <a:r>
              <a:rPr lang="zh-CN" altLang="zh-CN" sz="1800" dirty="0">
                <a:effectLst/>
                <a:ea typeface="Microsoft YaHei" panose="020B0503020204020204" pitchFamily="34" charset="-122"/>
              </a:rPr>
              <a:t>cart</a:t>
            </a:r>
            <a:endParaRPr lang="en-US" altLang="zh-CN" sz="1800" dirty="0">
              <a:effectLst/>
              <a:ea typeface="Microsoft YaHei" panose="020B0503020204020204" pitchFamily="34" charset="-122"/>
            </a:endParaRPr>
          </a:p>
          <a:p>
            <a:pPr marL="285750" indent="-285750">
              <a:buFont typeface="Arial" panose="020B0604020202020204" pitchFamily="34" charset="0"/>
              <a:buChar char="•"/>
            </a:pPr>
            <a:r>
              <a:rPr lang="en-US" altLang="zh-CN" dirty="0">
                <a:ea typeface="Microsoft YaHei" panose="020B0503020204020204" pitchFamily="34" charset="-122"/>
              </a:rPr>
              <a:t>A</a:t>
            </a:r>
            <a:r>
              <a:rPr lang="zh-CN" altLang="zh-CN" sz="1800" dirty="0">
                <a:effectLst/>
                <a:ea typeface="Microsoft YaHei" panose="020B0503020204020204" pitchFamily="34" charset="-122"/>
              </a:rPr>
              <a:t>sk</a:t>
            </a:r>
            <a:r>
              <a:rPr lang="en-US" altLang="zh-CN" sz="1800" dirty="0">
                <a:effectLst/>
                <a:ea typeface="Microsoft YaHei" panose="020B0503020204020204" pitchFamily="34" charset="-122"/>
              </a:rPr>
              <a:t> </a:t>
            </a:r>
            <a:r>
              <a:rPr lang="zh-CN" altLang="zh-CN" sz="1800" dirty="0">
                <a:effectLst/>
                <a:ea typeface="Microsoft YaHei" panose="020B0503020204020204" pitchFamily="34" charset="-122"/>
              </a:rPr>
              <a:t>a</a:t>
            </a:r>
            <a:r>
              <a:rPr lang="en-US" altLang="zh-CN" sz="1800" dirty="0">
                <a:effectLst/>
                <a:ea typeface="Microsoft YaHei" panose="020B0503020204020204" pitchFamily="34" charset="-122"/>
              </a:rPr>
              <a:t> </a:t>
            </a:r>
            <a:r>
              <a:rPr lang="zh-CN" altLang="zh-CN" sz="1800" dirty="0">
                <a:effectLst/>
                <a:ea typeface="Microsoft YaHei" panose="020B0503020204020204" pitchFamily="34" charset="-122"/>
              </a:rPr>
              <a:t>Sol</a:t>
            </a:r>
            <a:r>
              <a:rPr lang="en-US" altLang="zh-CN" sz="1800" dirty="0">
                <a:effectLst/>
                <a:ea typeface="Microsoft YaHei" panose="020B0503020204020204" pitchFamily="34" charset="-122"/>
              </a:rPr>
              <a:t> </a:t>
            </a:r>
            <a:r>
              <a:rPr lang="zh-CN" altLang="zh-CN" sz="1800" dirty="0">
                <a:effectLst/>
                <a:ea typeface="Microsoft YaHei" panose="020B0503020204020204" pitchFamily="34" charset="-122"/>
              </a:rPr>
              <a:t>M</a:t>
            </a:r>
            <a:r>
              <a:rPr lang="en-US" altLang="zh-CN" sz="1800" dirty="0">
                <a:effectLst/>
                <a:ea typeface="Microsoft YaHei" panose="020B0503020204020204" pitchFamily="34" charset="-122"/>
              </a:rPr>
              <a:t> </a:t>
            </a:r>
            <a:r>
              <a:rPr lang="zh-CN" altLang="zh-CN" sz="1800" dirty="0">
                <a:effectLst/>
                <a:ea typeface="Microsoft YaHei" panose="020B0503020204020204" pitchFamily="34" charset="-122"/>
              </a:rPr>
              <a:t>expert</a:t>
            </a:r>
            <a:r>
              <a:rPr lang="zh-CN" altLang="zh-CN" dirty="0">
                <a:ea typeface="Microsoft YaHei" panose="020B0503020204020204" pitchFamily="34" charset="-122"/>
              </a:rPr>
              <a:t> （</a:t>
            </a:r>
            <a:r>
              <a:rPr lang="en-US" altLang="zh-CN" dirty="0">
                <a:ea typeface="Microsoft YaHei" panose="020B0503020204020204" pitchFamily="34" charset="-122"/>
              </a:rPr>
              <a:t>either phone number or webform</a:t>
            </a:r>
            <a:r>
              <a:rPr lang="zh-CN" altLang="zh-CN" dirty="0">
                <a:ea typeface="Microsoft YaHei" panose="020B0503020204020204" pitchFamily="34" charset="-122"/>
              </a:rPr>
              <a:t>）</a:t>
            </a:r>
            <a:endParaRPr lang="zh-CN" altLang="en-US" dirty="0"/>
          </a:p>
        </p:txBody>
      </p:sp>
      <p:cxnSp>
        <p:nvCxnSpPr>
          <p:cNvPr id="10" name="直接箭头连接符 9">
            <a:extLst>
              <a:ext uri="{FF2B5EF4-FFF2-40B4-BE49-F238E27FC236}">
                <a16:creationId xmlns:a16="http://schemas.microsoft.com/office/drawing/2014/main" id="{27CC69ED-FCE6-90FB-0047-4C35F681C91E}"/>
              </a:ext>
            </a:extLst>
          </p:cNvPr>
          <p:cNvCxnSpPr>
            <a:cxnSpLocks/>
          </p:cNvCxnSpPr>
          <p:nvPr/>
        </p:nvCxnSpPr>
        <p:spPr>
          <a:xfrm>
            <a:off x="3830128" y="4188124"/>
            <a:ext cx="3493141" cy="106222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4541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47C737E-3F54-6E43-E4F3-36E7E37C07E5}"/>
              </a:ext>
            </a:extLst>
          </p:cNvPr>
          <p:cNvSpPr txBox="1"/>
          <p:nvPr/>
        </p:nvSpPr>
        <p:spPr>
          <a:xfrm>
            <a:off x="787879" y="461361"/>
            <a:ext cx="10081403" cy="923330"/>
          </a:xfrm>
          <a:prstGeom prst="rect">
            <a:avLst/>
          </a:prstGeom>
          <a:noFill/>
        </p:spPr>
        <p:txBody>
          <a:bodyPr wrap="square">
            <a:spAutoFit/>
          </a:bodyPr>
          <a:lstStyle/>
          <a:p>
            <a:r>
              <a:rPr lang="en-US" altLang="zh-CN" b="1" dirty="0"/>
              <a:t>Content Optimization: To support SEO efforts</a:t>
            </a:r>
            <a:r>
              <a:rPr lang="en-US" altLang="zh-CN" dirty="0"/>
              <a:t>, could you provide product managers with a guideline for crafting content and incorporating relevant keywords on PDP Page templates. This may help increase the visibility and searchability of product pages.</a:t>
            </a:r>
            <a:endParaRPr lang="zh-CN" altLang="en-US" dirty="0"/>
          </a:p>
        </p:txBody>
      </p:sp>
      <p:pic>
        <p:nvPicPr>
          <p:cNvPr id="1026" name="Picture 2">
            <a:extLst>
              <a:ext uri="{FF2B5EF4-FFF2-40B4-BE49-F238E27FC236}">
                <a16:creationId xmlns:a16="http://schemas.microsoft.com/office/drawing/2014/main" id="{A8E4185E-B75E-0E70-B041-84DF283E1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419" y="1867849"/>
            <a:ext cx="4868863" cy="4990151"/>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descr="图形用户界面, Word&#10;&#10;AI 生成的内容可能不正确。">
            <a:extLst>
              <a:ext uri="{FF2B5EF4-FFF2-40B4-BE49-F238E27FC236}">
                <a16:creationId xmlns:a16="http://schemas.microsoft.com/office/drawing/2014/main" id="{E05DF763-0049-427B-20DA-E29DB2B6FE04}"/>
              </a:ext>
            </a:extLst>
          </p:cNvPr>
          <p:cNvPicPr>
            <a:picLocks noChangeAspect="1"/>
          </p:cNvPicPr>
          <p:nvPr/>
        </p:nvPicPr>
        <p:blipFill>
          <a:blip r:embed="rId3"/>
          <a:stretch>
            <a:fillRect/>
          </a:stretch>
        </p:blipFill>
        <p:spPr>
          <a:xfrm>
            <a:off x="155275" y="3429000"/>
            <a:ext cx="5591173" cy="3041398"/>
          </a:xfrm>
          <a:prstGeom prst="rect">
            <a:avLst/>
          </a:prstGeom>
        </p:spPr>
      </p:pic>
    </p:spTree>
    <p:extLst>
      <p:ext uri="{BB962C8B-B14F-4D97-AF65-F5344CB8AC3E}">
        <p14:creationId xmlns:p14="http://schemas.microsoft.com/office/powerpoint/2010/main" val="7912989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403</Words>
  <Application>Microsoft Office PowerPoint</Application>
  <PresentationFormat>宽屏</PresentationFormat>
  <Paragraphs>17</Paragraphs>
  <Slides>6</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vt:i4>
      </vt:variant>
    </vt:vector>
  </HeadingPairs>
  <TitlesOfParts>
    <vt:vector size="12" baseType="lpstr">
      <vt:lpstr>等线</vt:lpstr>
      <vt:lpstr>等线 Light</vt:lpstr>
      <vt:lpstr>Microsoft YaHei</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Lu</dc:creator>
  <cp:lastModifiedBy>Alex Lu</cp:lastModifiedBy>
  <cp:revision>1</cp:revision>
  <dcterms:created xsi:type="dcterms:W3CDTF">2025-12-11T05:19:28Z</dcterms:created>
  <dcterms:modified xsi:type="dcterms:W3CDTF">2025-12-11T07:01:33Z</dcterms:modified>
</cp:coreProperties>
</file>